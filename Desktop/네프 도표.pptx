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15E61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5" d="100"/>
          <a:sy n="45" d="100"/>
        </p:scale>
        <p:origin x="62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2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2.png"/><Relationship Id="rId7" Type="http://schemas.openxmlformats.org/officeDocument/2006/relationships/image" Target="../media/image4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4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2.png"/><Relationship Id="rId7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png"/><Relationship Id="rId7" Type="http://schemas.openxmlformats.org/officeDocument/2006/relationships/image" Target="../media/image41.png"/><Relationship Id="rId12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58.png"/><Relationship Id="rId5" Type="http://schemas.openxmlformats.org/officeDocument/2006/relationships/image" Target="../media/image22.png"/><Relationship Id="rId10" Type="http://schemas.openxmlformats.org/officeDocument/2006/relationships/image" Target="../media/image57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2.png"/><Relationship Id="rId7" Type="http://schemas.openxmlformats.org/officeDocument/2006/relationships/image" Target="../media/image4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22.png"/><Relationship Id="rId4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65.png"/><Relationship Id="rId7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22.png"/><Relationship Id="rId4" Type="http://schemas.openxmlformats.org/officeDocument/2006/relationships/image" Target="../media/image6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73.png"/><Relationship Id="rId3" Type="http://schemas.openxmlformats.org/officeDocument/2006/relationships/image" Target="../media/image67.png"/><Relationship Id="rId7" Type="http://schemas.openxmlformats.org/officeDocument/2006/relationships/image" Target="../media/image14.png"/><Relationship Id="rId12" Type="http://schemas.openxmlformats.org/officeDocument/2006/relationships/image" Target="../media/image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1.png"/><Relationship Id="rId5" Type="http://schemas.openxmlformats.org/officeDocument/2006/relationships/image" Target="../media/image69.png"/><Relationship Id="rId10" Type="http://schemas.openxmlformats.org/officeDocument/2006/relationships/image" Target="../media/image41.png"/><Relationship Id="rId4" Type="http://schemas.openxmlformats.org/officeDocument/2006/relationships/image" Target="../media/image68.png"/><Relationship Id="rId9" Type="http://schemas.openxmlformats.org/officeDocument/2006/relationships/image" Target="../media/image42.png"/><Relationship Id="rId14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4.png"/><Relationship Id="rId3" Type="http://schemas.openxmlformats.org/officeDocument/2006/relationships/image" Target="../media/image75.png"/><Relationship Id="rId7" Type="http://schemas.openxmlformats.org/officeDocument/2006/relationships/image" Target="../media/image41.png"/><Relationship Id="rId12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72.png"/><Relationship Id="rId5" Type="http://schemas.openxmlformats.org/officeDocument/2006/relationships/image" Target="../media/image22.png"/><Relationship Id="rId15" Type="http://schemas.openxmlformats.org/officeDocument/2006/relationships/image" Target="../media/image14.png"/><Relationship Id="rId10" Type="http://schemas.openxmlformats.org/officeDocument/2006/relationships/image" Target="../media/image70.png"/><Relationship Id="rId4" Type="http://schemas.openxmlformats.org/officeDocument/2006/relationships/image" Target="../media/image68.png"/><Relationship Id="rId9" Type="http://schemas.openxmlformats.org/officeDocument/2006/relationships/image" Target="../media/image76.png"/><Relationship Id="rId14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41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22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8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89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3.png"/><Relationship Id="rId5" Type="http://schemas.openxmlformats.org/officeDocument/2006/relationships/image" Target="../media/image90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89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4.png"/><Relationship Id="rId10" Type="http://schemas.openxmlformats.org/officeDocument/2006/relationships/image" Target="../media/image95.png"/><Relationship Id="rId4" Type="http://schemas.openxmlformats.org/officeDocument/2006/relationships/image" Target="../media/image86.png"/><Relationship Id="rId9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89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88.svg"/><Relationship Id="rId5" Type="http://schemas.openxmlformats.org/officeDocument/2006/relationships/image" Target="../media/image96.png"/><Relationship Id="rId10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97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9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12" Type="http://schemas.openxmlformats.org/officeDocument/2006/relationships/image" Target="../media/image10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41.png"/><Relationship Id="rId5" Type="http://schemas.openxmlformats.org/officeDocument/2006/relationships/image" Target="../media/image103.png"/><Relationship Id="rId10" Type="http://schemas.openxmlformats.org/officeDocument/2006/relationships/image" Target="../media/image42.png"/><Relationship Id="rId4" Type="http://schemas.openxmlformats.org/officeDocument/2006/relationships/image" Target="../media/image102.png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4.png"/><Relationship Id="rId3" Type="http://schemas.openxmlformats.org/officeDocument/2006/relationships/image" Target="../media/image108.png"/><Relationship Id="rId7" Type="http://schemas.openxmlformats.org/officeDocument/2006/relationships/image" Target="../media/image111.png"/><Relationship Id="rId12" Type="http://schemas.openxmlformats.org/officeDocument/2006/relationships/image" Target="../media/image1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41.png"/><Relationship Id="rId5" Type="http://schemas.openxmlformats.org/officeDocument/2006/relationships/image" Target="../media/image110.png"/><Relationship Id="rId15" Type="http://schemas.openxmlformats.org/officeDocument/2006/relationships/image" Target="../media/image116.png"/><Relationship Id="rId10" Type="http://schemas.openxmlformats.org/officeDocument/2006/relationships/image" Target="../media/image42.png"/><Relationship Id="rId4" Type="http://schemas.openxmlformats.org/officeDocument/2006/relationships/image" Target="../media/image109.png"/><Relationship Id="rId9" Type="http://schemas.openxmlformats.org/officeDocument/2006/relationships/image" Target="../media/image22.png"/><Relationship Id="rId14" Type="http://schemas.openxmlformats.org/officeDocument/2006/relationships/image" Target="../media/image1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13.png"/><Relationship Id="rId3" Type="http://schemas.openxmlformats.org/officeDocument/2006/relationships/image" Target="../media/image117.png"/><Relationship Id="rId7" Type="http://schemas.openxmlformats.org/officeDocument/2006/relationships/image" Target="../media/image120.png"/><Relationship Id="rId12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11" Type="http://schemas.openxmlformats.org/officeDocument/2006/relationships/image" Target="../media/image42.png"/><Relationship Id="rId5" Type="http://schemas.openxmlformats.org/officeDocument/2006/relationships/image" Target="../media/image86.png"/><Relationship Id="rId10" Type="http://schemas.openxmlformats.org/officeDocument/2006/relationships/image" Target="../media/image22.png"/><Relationship Id="rId4" Type="http://schemas.openxmlformats.org/officeDocument/2006/relationships/image" Target="../media/image118.png"/><Relationship Id="rId9" Type="http://schemas.openxmlformats.org/officeDocument/2006/relationships/image" Target="../media/image122.png"/><Relationship Id="rId14" Type="http://schemas.openxmlformats.org/officeDocument/2006/relationships/image" Target="../media/image11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3" Type="http://schemas.openxmlformats.org/officeDocument/2006/relationships/image" Target="../media/image86.png"/><Relationship Id="rId7" Type="http://schemas.openxmlformats.org/officeDocument/2006/relationships/image" Target="../media/image113.png"/><Relationship Id="rId12" Type="http://schemas.openxmlformats.org/officeDocument/2006/relationships/image" Target="../media/image127.png"/><Relationship Id="rId2" Type="http://schemas.openxmlformats.org/officeDocument/2006/relationships/image" Target="../media/image2.png"/><Relationship Id="rId16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126.png"/><Relationship Id="rId5" Type="http://schemas.openxmlformats.org/officeDocument/2006/relationships/image" Target="../media/image42.png"/><Relationship Id="rId15" Type="http://schemas.openxmlformats.org/officeDocument/2006/relationships/image" Target="../media/image130.png"/><Relationship Id="rId10" Type="http://schemas.openxmlformats.org/officeDocument/2006/relationships/image" Target="../media/image125.png"/><Relationship Id="rId4" Type="http://schemas.openxmlformats.org/officeDocument/2006/relationships/image" Target="../media/image22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21" Type="http://schemas.openxmlformats.org/officeDocument/2006/relationships/image" Target="../media/image2.png"/><Relationship Id="rId7" Type="http://schemas.openxmlformats.org/officeDocument/2006/relationships/image" Target="../media/image28.png"/><Relationship Id="rId12" Type="http://schemas.openxmlformats.org/officeDocument/2006/relationships/image" Target="../media/image134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133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132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12" name="Object 12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grpSp>
        <p:nvGrpSpPr>
          <p:cNvPr id="1005" name="그룹 1005"/>
          <p:cNvGrpSpPr/>
          <p:nvPr/>
        </p:nvGrpSpPr>
        <p:grpSpPr>
          <a:xfrm>
            <a:off x="1282531" y="2246415"/>
            <a:ext cx="15720651" cy="250882"/>
            <a:chOff x="1282531" y="2246415"/>
            <a:chExt cx="15720651" cy="250882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2531" y="2246415"/>
              <a:ext cx="15720651" cy="25088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099890" y="1415094"/>
            <a:ext cx="1958943" cy="5500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1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Proposal</a:t>
            </a:r>
            <a:endParaRPr lang="en-US" dirty="0"/>
          </a:p>
        </p:txBody>
      </p:sp>
      <p:sp>
        <p:nvSpPr>
          <p:cNvPr id="18" name="Object 18"/>
          <p:cNvSpPr txBox="1"/>
          <p:nvPr/>
        </p:nvSpPr>
        <p:spPr>
          <a:xfrm>
            <a:off x="3380952" y="1171451"/>
            <a:ext cx="13983604" cy="8982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깔끔한 전자 회로 컨셉 제안서 프레젠테이션 키트</a:t>
            </a:r>
            <a:endParaRPr lang="en-US" dirty="0"/>
          </a:p>
        </p:txBody>
      </p:sp>
      <p:grpSp>
        <p:nvGrpSpPr>
          <p:cNvPr id="1006" name="그룹 1006"/>
          <p:cNvGrpSpPr/>
          <p:nvPr/>
        </p:nvGrpSpPr>
        <p:grpSpPr>
          <a:xfrm>
            <a:off x="1263484" y="3023930"/>
            <a:ext cx="3536516" cy="3737975"/>
            <a:chOff x="1263484" y="3023930"/>
            <a:chExt cx="3536516" cy="3737975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3484" y="3023930"/>
              <a:ext cx="3536516" cy="3737975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3856934" y="3878789"/>
            <a:ext cx="459525" cy="517190"/>
            <a:chOff x="3856934" y="3878789"/>
            <a:chExt cx="459525" cy="517190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56934" y="3878789"/>
              <a:ext cx="459525" cy="51719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275064" y="3133890"/>
            <a:ext cx="888233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26" name="Object 26"/>
          <p:cNvSpPr txBox="1"/>
          <p:nvPr/>
        </p:nvSpPr>
        <p:spPr>
          <a:xfrm>
            <a:off x="2049324" y="4415844"/>
            <a:ext cx="3326019" cy="8003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27" name="Object 27"/>
          <p:cNvSpPr txBox="1"/>
          <p:nvPr/>
        </p:nvSpPr>
        <p:spPr>
          <a:xfrm>
            <a:off x="2049324" y="5006609"/>
            <a:ext cx="2941389" cy="4403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Enter the keyword</a:t>
            </a:r>
            <a:endParaRPr lang="en-US" dirty="0"/>
          </a:p>
        </p:txBody>
      </p:sp>
      <p:sp>
        <p:nvSpPr>
          <p:cNvPr id="28" name="Object 28"/>
          <p:cNvSpPr txBox="1"/>
          <p:nvPr/>
        </p:nvSpPr>
        <p:spPr>
          <a:xfrm>
            <a:off x="2049324" y="5507030"/>
            <a:ext cx="3326019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입력해주세요.</a:t>
            </a:r>
            <a:endParaRPr lang="en-US" dirty="0"/>
          </a:p>
        </p:txBody>
      </p:sp>
      <p:grpSp>
        <p:nvGrpSpPr>
          <p:cNvPr id="1008" name="그룹 1008"/>
          <p:cNvGrpSpPr/>
          <p:nvPr/>
        </p:nvGrpSpPr>
        <p:grpSpPr>
          <a:xfrm>
            <a:off x="1447619" y="7343549"/>
            <a:ext cx="7285714" cy="1415722"/>
            <a:chOff x="1447619" y="7343549"/>
            <a:chExt cx="7285714" cy="1415722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7619" y="7343549"/>
              <a:ext cx="7285714" cy="141572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985681" y="7868153"/>
            <a:ext cx="387375" cy="387360"/>
            <a:chOff x="1985681" y="7868153"/>
            <a:chExt cx="387375" cy="387360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85681" y="7868153"/>
              <a:ext cx="387375" cy="38736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075392" y="7671186"/>
            <a:ext cx="3109530" cy="8003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grpSp>
        <p:nvGrpSpPr>
          <p:cNvPr id="1010" name="그룹 1010"/>
          <p:cNvGrpSpPr/>
          <p:nvPr/>
        </p:nvGrpSpPr>
        <p:grpSpPr>
          <a:xfrm>
            <a:off x="5327512" y="3066667"/>
            <a:ext cx="3405822" cy="3695238"/>
            <a:chOff x="5327512" y="3066667"/>
            <a:chExt cx="3405822" cy="3695238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27512" y="3066667"/>
              <a:ext cx="3405822" cy="3695238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5316634" y="4415968"/>
            <a:ext cx="3427578" cy="7996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40" name="Object 40"/>
          <p:cNvSpPr txBox="1"/>
          <p:nvPr/>
        </p:nvSpPr>
        <p:spPr>
          <a:xfrm>
            <a:off x="5746559" y="5215260"/>
            <a:ext cx="3851590" cy="13995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상하좌우로 키워 사용해보세요. 나만의 디자인을 자유롭게 만들어보세요.</a:t>
            </a:r>
            <a:endParaRPr lang="en-US" dirty="0"/>
          </a:p>
        </p:txBody>
      </p:sp>
      <p:grpSp>
        <p:nvGrpSpPr>
          <p:cNvPr id="1011" name="그룹 1011"/>
          <p:cNvGrpSpPr/>
          <p:nvPr/>
        </p:nvGrpSpPr>
        <p:grpSpPr>
          <a:xfrm>
            <a:off x="5729754" y="5226782"/>
            <a:ext cx="2601336" cy="14286"/>
            <a:chOff x="5729754" y="5226782"/>
            <a:chExt cx="2601336" cy="14286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29754" y="5226782"/>
              <a:ext cx="2601336" cy="1428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6728541" y="3414143"/>
            <a:ext cx="527572" cy="527610"/>
            <a:chOff x="6728541" y="3414143"/>
            <a:chExt cx="527572" cy="527610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28541" y="3414143"/>
              <a:ext cx="527572" cy="527610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4682115" y="8064215"/>
            <a:ext cx="676507" cy="14286"/>
            <a:chOff x="4682115" y="8064215"/>
            <a:chExt cx="676507" cy="14286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5400000">
              <a:off x="4682115" y="8064215"/>
              <a:ext cx="676507" cy="14286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5403705" y="7599164"/>
            <a:ext cx="3757673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간략하게 입력해주세요.</a:t>
            </a:r>
            <a:endParaRPr lang="en-US" dirty="0"/>
          </a:p>
        </p:txBody>
      </p:sp>
      <p:grpSp>
        <p:nvGrpSpPr>
          <p:cNvPr id="1014" name="그룹 1014"/>
          <p:cNvGrpSpPr/>
          <p:nvPr/>
        </p:nvGrpSpPr>
        <p:grpSpPr>
          <a:xfrm>
            <a:off x="9331207" y="3132231"/>
            <a:ext cx="2422222" cy="2445222"/>
            <a:chOff x="9331207" y="3132231"/>
            <a:chExt cx="2422222" cy="2445222"/>
          </a:xfrm>
        </p:grpSpPr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31207" y="3132231"/>
              <a:ext cx="2422222" cy="2445222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0236189" y="4266241"/>
            <a:ext cx="880952" cy="400794"/>
            <a:chOff x="10236189" y="4266241"/>
            <a:chExt cx="880952" cy="400794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236189" y="4266241"/>
              <a:ext cx="880952" cy="400794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9324749" y="4722853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58" name="Object 58"/>
          <p:cNvSpPr txBox="1"/>
          <p:nvPr/>
        </p:nvSpPr>
        <p:spPr>
          <a:xfrm>
            <a:off x="10096903" y="4262611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1</a:t>
            </a:r>
            <a:endParaRPr lang="en-US" dirty="0"/>
          </a:p>
        </p:txBody>
      </p:sp>
      <p:grpSp>
        <p:nvGrpSpPr>
          <p:cNvPr id="1016" name="그룹 1016"/>
          <p:cNvGrpSpPr/>
          <p:nvPr/>
        </p:nvGrpSpPr>
        <p:grpSpPr>
          <a:xfrm>
            <a:off x="11955562" y="3172541"/>
            <a:ext cx="2422222" cy="2445222"/>
            <a:chOff x="11955562" y="3172541"/>
            <a:chExt cx="2422222" cy="2445222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955562" y="3172541"/>
              <a:ext cx="2422222" cy="2445222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2812925" y="4306551"/>
            <a:ext cx="880952" cy="400794"/>
            <a:chOff x="12812925" y="4306551"/>
            <a:chExt cx="880952" cy="400794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812925" y="4306551"/>
              <a:ext cx="880952" cy="400794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11949104" y="4763163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66" name="Object 66"/>
          <p:cNvSpPr txBox="1"/>
          <p:nvPr/>
        </p:nvSpPr>
        <p:spPr>
          <a:xfrm>
            <a:off x="12673603" y="4302921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2</a:t>
            </a:r>
            <a:endParaRPr lang="en-US" dirty="0"/>
          </a:p>
        </p:txBody>
      </p:sp>
      <p:grpSp>
        <p:nvGrpSpPr>
          <p:cNvPr id="1018" name="그룹 1018"/>
          <p:cNvGrpSpPr/>
          <p:nvPr/>
        </p:nvGrpSpPr>
        <p:grpSpPr>
          <a:xfrm>
            <a:off x="14580961" y="3172541"/>
            <a:ext cx="2422222" cy="2445222"/>
            <a:chOff x="14580961" y="3172541"/>
            <a:chExt cx="2422222" cy="2445222"/>
          </a:xfrm>
        </p:grpSpPr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580961" y="3172541"/>
              <a:ext cx="2422222" cy="2445222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5457371" y="4306551"/>
            <a:ext cx="880952" cy="400794"/>
            <a:chOff x="15457371" y="4306551"/>
            <a:chExt cx="880952" cy="400794"/>
          </a:xfrm>
        </p:grpSpPr>
        <p:pic>
          <p:nvPicPr>
            <p:cNvPr id="71" name="Object 7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57371" y="4306551"/>
              <a:ext cx="880952" cy="400794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14574503" y="4763163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74" name="Object 74"/>
          <p:cNvSpPr txBox="1"/>
          <p:nvPr/>
        </p:nvSpPr>
        <p:spPr>
          <a:xfrm>
            <a:off x="15318079" y="4302921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3</a:t>
            </a:r>
            <a:endParaRPr lang="en-US" dirty="0"/>
          </a:p>
        </p:txBody>
      </p:sp>
      <p:grpSp>
        <p:nvGrpSpPr>
          <p:cNvPr id="1020" name="그룹 1020"/>
          <p:cNvGrpSpPr/>
          <p:nvPr/>
        </p:nvGrpSpPr>
        <p:grpSpPr>
          <a:xfrm>
            <a:off x="11753429" y="4465735"/>
            <a:ext cx="520639" cy="176040"/>
            <a:chOff x="11753429" y="4465735"/>
            <a:chExt cx="520639" cy="176040"/>
          </a:xfrm>
        </p:grpSpPr>
        <p:pic>
          <p:nvPicPr>
            <p:cNvPr id="76" name="Object 75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753429" y="4465735"/>
              <a:ext cx="520639" cy="176040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14377784" y="4506045"/>
            <a:ext cx="520639" cy="176040"/>
            <a:chOff x="14377784" y="4506045"/>
            <a:chExt cx="520639" cy="176040"/>
          </a:xfrm>
        </p:grpSpPr>
        <p:pic>
          <p:nvPicPr>
            <p:cNvPr id="79" name="Object 7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377784" y="4506045"/>
              <a:ext cx="520639" cy="176040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14833879" y="3387530"/>
            <a:ext cx="446507" cy="446406"/>
            <a:chOff x="14833879" y="3387530"/>
            <a:chExt cx="446507" cy="446406"/>
          </a:xfrm>
        </p:grpSpPr>
        <p:pic>
          <p:nvPicPr>
            <p:cNvPr id="82" name="Object 81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833879" y="3387530"/>
              <a:ext cx="446507" cy="446406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12207366" y="3414648"/>
            <a:ext cx="419798" cy="419782"/>
            <a:chOff x="12207366" y="3414648"/>
            <a:chExt cx="419798" cy="419782"/>
          </a:xfrm>
        </p:grpSpPr>
        <p:pic>
          <p:nvPicPr>
            <p:cNvPr id="85" name="Object 84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207366" y="3414648"/>
              <a:ext cx="419798" cy="419782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9585289" y="3381310"/>
            <a:ext cx="408634" cy="408626"/>
            <a:chOff x="9585289" y="3381310"/>
            <a:chExt cx="408634" cy="408626"/>
          </a:xfrm>
        </p:grpSpPr>
        <p:pic>
          <p:nvPicPr>
            <p:cNvPr id="88" name="Object 87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85289" y="3381310"/>
              <a:ext cx="408634" cy="408626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9622449" y="6168797"/>
            <a:ext cx="1839739" cy="2590475"/>
            <a:chOff x="9622449" y="6168797"/>
            <a:chExt cx="1839739" cy="2590475"/>
          </a:xfrm>
        </p:grpSpPr>
        <p:pic>
          <p:nvPicPr>
            <p:cNvPr id="91" name="Object 90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22449" y="6168797"/>
              <a:ext cx="1839739" cy="2590475"/>
            </a:xfrm>
            <a:prstGeom prst="rect">
              <a:avLst/>
            </a:prstGeom>
          </p:spPr>
        </p:pic>
      </p:grpSp>
      <p:sp>
        <p:nvSpPr>
          <p:cNvPr id="93" name="Object 93"/>
          <p:cNvSpPr txBox="1"/>
          <p:nvPr/>
        </p:nvSpPr>
        <p:spPr>
          <a:xfrm>
            <a:off x="9942522" y="6370853"/>
            <a:ext cx="1283296" cy="12072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94" name="Object 94"/>
          <p:cNvSpPr txBox="1"/>
          <p:nvPr/>
        </p:nvSpPr>
        <p:spPr>
          <a:xfrm>
            <a:off x="9640164" y="7320865"/>
            <a:ext cx="1899536" cy="13995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내용을 입력해주세요.</a:t>
            </a:r>
            <a:endParaRPr lang="en-US" dirty="0"/>
          </a:p>
        </p:txBody>
      </p:sp>
      <p:grpSp>
        <p:nvGrpSpPr>
          <p:cNvPr id="1026" name="그룹 1026"/>
          <p:cNvGrpSpPr/>
          <p:nvPr/>
        </p:nvGrpSpPr>
        <p:grpSpPr>
          <a:xfrm>
            <a:off x="12396567" y="6243394"/>
            <a:ext cx="4606615" cy="1113785"/>
            <a:chOff x="12396567" y="6243394"/>
            <a:chExt cx="4606615" cy="1113785"/>
          </a:xfrm>
        </p:grpSpPr>
        <p:pic>
          <p:nvPicPr>
            <p:cNvPr id="96" name="Object 95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96567" y="6243394"/>
              <a:ext cx="4606615" cy="1113785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11377892" y="6709674"/>
            <a:ext cx="1003061" cy="176040"/>
            <a:chOff x="11377892" y="6709674"/>
            <a:chExt cx="1003061" cy="176040"/>
          </a:xfrm>
        </p:grpSpPr>
        <p:pic>
          <p:nvPicPr>
            <p:cNvPr id="99" name="Object 98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 rot="10800000">
              <a:off x="11377892" y="6709674"/>
              <a:ext cx="1003061" cy="176040"/>
            </a:xfrm>
            <a:prstGeom prst="rect">
              <a:avLst/>
            </a:prstGeom>
          </p:spPr>
        </p:pic>
      </p:grpSp>
      <p:sp>
        <p:nvSpPr>
          <p:cNvPr id="101" name="Object 101"/>
          <p:cNvSpPr txBox="1"/>
          <p:nvPr/>
        </p:nvSpPr>
        <p:spPr>
          <a:xfrm>
            <a:off x="12296556" y="6504600"/>
            <a:ext cx="1009855" cy="6058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102" name="Object 102"/>
          <p:cNvSpPr txBox="1"/>
          <p:nvPr/>
        </p:nvSpPr>
        <p:spPr>
          <a:xfrm>
            <a:off x="13447199" y="6376330"/>
            <a:ext cx="4638588" cy="9235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간략한 내용을 입력해주세요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이곳에 관련된 문장을 입력해주세요.</a:t>
            </a:r>
            <a:endParaRPr lang="en-US" dirty="0"/>
          </a:p>
        </p:txBody>
      </p:sp>
      <p:grpSp>
        <p:nvGrpSpPr>
          <p:cNvPr id="1028" name="그룹 1028"/>
          <p:cNvGrpSpPr/>
          <p:nvPr/>
        </p:nvGrpSpPr>
        <p:grpSpPr>
          <a:xfrm>
            <a:off x="11416230" y="8118077"/>
            <a:ext cx="1003061" cy="176040"/>
            <a:chOff x="11416230" y="8118077"/>
            <a:chExt cx="1003061" cy="176040"/>
          </a:xfrm>
        </p:grpSpPr>
        <p:pic>
          <p:nvPicPr>
            <p:cNvPr id="104" name="Object 103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 rot="10800000">
              <a:off x="11416230" y="8118077"/>
              <a:ext cx="1003061" cy="176040"/>
            </a:xfrm>
            <a:prstGeom prst="rect">
              <a:avLst/>
            </a:prstGeom>
          </p:spPr>
        </p:pic>
      </p:grpSp>
      <p:grpSp>
        <p:nvGrpSpPr>
          <p:cNvPr id="1029" name="그룹 1029"/>
          <p:cNvGrpSpPr/>
          <p:nvPr/>
        </p:nvGrpSpPr>
        <p:grpSpPr>
          <a:xfrm>
            <a:off x="12396567" y="7645487"/>
            <a:ext cx="4606615" cy="1113785"/>
            <a:chOff x="12396567" y="7645487"/>
            <a:chExt cx="4606615" cy="1113785"/>
          </a:xfrm>
        </p:grpSpPr>
        <p:pic>
          <p:nvPicPr>
            <p:cNvPr id="107" name="Object 106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96567" y="7645487"/>
              <a:ext cx="4606615" cy="1113785"/>
            </a:xfrm>
            <a:prstGeom prst="rect">
              <a:avLst/>
            </a:prstGeom>
          </p:spPr>
        </p:pic>
      </p:grpSp>
      <p:sp>
        <p:nvSpPr>
          <p:cNvPr id="109" name="Object 109"/>
          <p:cNvSpPr txBox="1"/>
          <p:nvPr/>
        </p:nvSpPr>
        <p:spPr>
          <a:xfrm>
            <a:off x="12296556" y="7906694"/>
            <a:ext cx="1009855" cy="6058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110" name="Object 110"/>
          <p:cNvSpPr txBox="1"/>
          <p:nvPr/>
        </p:nvSpPr>
        <p:spPr>
          <a:xfrm>
            <a:off x="13447199" y="7778424"/>
            <a:ext cx="4638588" cy="9235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간략한 내용을 입력해주세요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이곳에 관련된 문장을 입력해주세요.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531" y="2937927"/>
            <a:ext cx="13085714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6800" b="1" dirty="0">
                <a:solidFill>
                  <a:srgbClr val="000000"/>
                </a:solidFill>
                <a:latin typeface="Pretendard Light" pitchFamily="34" charset="0"/>
              </a:rPr>
              <a:t>네트워크 프로그래밍 제안서</a:t>
            </a:r>
            <a:endParaRPr lang="en-US" dirty="0"/>
          </a:p>
        </p:txBody>
      </p:sp>
      <p:sp>
        <p:nvSpPr>
          <p:cNvPr id="10" name="Object 10"/>
          <p:cNvSpPr txBox="1"/>
          <p:nvPr/>
        </p:nvSpPr>
        <p:spPr>
          <a:xfrm>
            <a:off x="1520026" y="4492658"/>
            <a:ext cx="3470450" cy="20621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12</a:t>
            </a:r>
            <a:r>
              <a:rPr lang="ko-KR" altLang="en-US" sz="32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조</a:t>
            </a:r>
            <a:endParaRPr lang="en-US" sz="3200" dirty="0">
              <a:solidFill>
                <a:srgbClr val="000000"/>
              </a:solidFill>
              <a:latin typeface="Pretendard Light" pitchFamily="34" charset="0"/>
              <a:cs typeface="Pretendard Light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202214313 </a:t>
            </a:r>
            <a:r>
              <a:rPr lang="ko-KR" altLang="en-US" sz="3200" dirty="0" err="1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이다연</a:t>
            </a:r>
            <a:endParaRPr lang="en-US" altLang="ko-KR" sz="3200" dirty="0">
              <a:solidFill>
                <a:srgbClr val="000000"/>
              </a:solidFill>
              <a:latin typeface="Pretendard Light" pitchFamily="34" charset="0"/>
              <a:cs typeface="Pretendard Light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202214319 </a:t>
            </a:r>
            <a:r>
              <a:rPr lang="ko-KR" altLang="en-US" sz="32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한지민</a:t>
            </a:r>
            <a:endParaRPr lang="en-US" sz="3200" dirty="0">
              <a:solidFill>
                <a:srgbClr val="000000"/>
              </a:solidFill>
              <a:latin typeface="Pretendard Light" pitchFamily="34" charset="0"/>
              <a:cs typeface="Pretendard Light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201912315 </a:t>
            </a:r>
            <a:r>
              <a:rPr lang="ko-KR" altLang="en-US" sz="3200" dirty="0" err="1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김성유</a:t>
            </a:r>
            <a:endParaRPr lang="en-US" sz="3200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1011329" y="7660714"/>
            <a:ext cx="4363548" cy="731349"/>
            <a:chOff x="1011329" y="7660714"/>
            <a:chExt cx="4363548" cy="731349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409524" y="7660714"/>
              <a:ext cx="3580952" cy="731349"/>
              <a:chOff x="1409524" y="7660714"/>
              <a:chExt cx="3580952" cy="731349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409524" y="7660714"/>
                <a:ext cx="3580952" cy="731349"/>
              </a:xfrm>
              <a:prstGeom prst="rect">
                <a:avLst/>
              </a:prstGeom>
            </p:spPr>
          </p:pic>
        </p:grpSp>
        <p:sp>
          <p:nvSpPr>
            <p:cNvPr id="16" name="Object 16"/>
            <p:cNvSpPr txBox="1"/>
            <p:nvPr/>
          </p:nvSpPr>
          <p:spPr>
            <a:xfrm>
              <a:off x="1011329" y="7828307"/>
              <a:ext cx="4363548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Pretendard Light" pitchFamily="34" charset="0"/>
                </a:rPr>
                <a:t>Network Programming</a:t>
              </a:r>
              <a:endParaRPr lang="en-US" dirty="0"/>
            </a:p>
          </p:txBody>
        </p:sp>
      </p:grpSp>
      <p:grpSp>
        <p:nvGrpSpPr>
          <p:cNvPr id="1005" name="그룹 1005"/>
          <p:cNvGrpSpPr/>
          <p:nvPr/>
        </p:nvGrpSpPr>
        <p:grpSpPr>
          <a:xfrm>
            <a:off x="10009524" y="6085714"/>
            <a:ext cx="1201587" cy="1201587"/>
            <a:chOff x="10009524" y="6085714"/>
            <a:chExt cx="1201587" cy="1201587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09524" y="6085714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3485714" y="2713492"/>
            <a:ext cx="1201587" cy="1201587"/>
            <a:chOff x="13485714" y="2713492"/>
            <a:chExt cx="1201587" cy="1201587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85714" y="271349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5391534" y="2713492"/>
            <a:ext cx="1201587" cy="1201587"/>
            <a:chOff x="15391534" y="2713492"/>
            <a:chExt cx="1201587" cy="1201587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1534" y="271349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5391534" y="4406878"/>
            <a:ext cx="1201587" cy="1201587"/>
            <a:chOff x="15391534" y="4406878"/>
            <a:chExt cx="1201587" cy="1201587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1534" y="4406878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3485714" y="5850794"/>
            <a:ext cx="1201587" cy="1201587"/>
            <a:chOff x="13485714" y="5850794"/>
            <a:chExt cx="1201587" cy="1201587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85714" y="5850794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1783598" y="7287302"/>
            <a:ext cx="1201587" cy="1201587"/>
            <a:chOff x="11783598" y="7287302"/>
            <a:chExt cx="1201587" cy="120158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83598" y="728730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1735979" y="4562434"/>
            <a:ext cx="1328571" cy="400794"/>
            <a:chOff x="11735979" y="4562434"/>
            <a:chExt cx="1328571" cy="400794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35979" y="4562434"/>
              <a:ext cx="1328571" cy="400794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340741" y="6295635"/>
            <a:ext cx="1328571" cy="400794"/>
            <a:chOff x="15340741" y="6295635"/>
            <a:chExt cx="1328571" cy="400794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40741" y="6295635"/>
              <a:ext cx="1328571" cy="400794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4634921" y="3269048"/>
            <a:ext cx="766138" cy="107021"/>
            <a:chOff x="14634921" y="3269048"/>
            <a:chExt cx="766138" cy="107021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634921" y="3269048"/>
              <a:ext cx="766138" cy="107021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5720034" y="4139876"/>
            <a:ext cx="556085" cy="107021"/>
            <a:chOff x="15720034" y="4139876"/>
            <a:chExt cx="556085" cy="107021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-5400000">
              <a:off x="15720034" y="4139876"/>
              <a:ext cx="556085" cy="107021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5374476" y="7217984"/>
            <a:ext cx="1266534" cy="107021"/>
            <a:chOff x="15374476" y="7217984"/>
            <a:chExt cx="1266534" cy="107021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5400000">
              <a:off x="15374476" y="7217984"/>
              <a:ext cx="1266534" cy="107021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2354152" y="3313688"/>
            <a:ext cx="1131563" cy="1286312"/>
            <a:chOff x="12354152" y="3313688"/>
            <a:chExt cx="1131563" cy="1286312"/>
          </a:xfrm>
        </p:grpSpPr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354152" y="3313688"/>
              <a:ext cx="1131563" cy="1286312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2354152" y="4919688"/>
            <a:ext cx="1131563" cy="1531899"/>
            <a:chOff x="12354152" y="4919688"/>
            <a:chExt cx="1131563" cy="1531899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54152" y="4919688"/>
              <a:ext cx="1131563" cy="1531899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3652045" y="7357745"/>
            <a:ext cx="857143" cy="107021"/>
            <a:chOff x="13652045" y="7357745"/>
            <a:chExt cx="857143" cy="107021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5400000">
              <a:off x="13652045" y="7357745"/>
              <a:ext cx="857143" cy="107021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2919933" y="7847741"/>
            <a:ext cx="2993487" cy="107021"/>
            <a:chOff x="12919933" y="7847741"/>
            <a:chExt cx="2993487" cy="107021"/>
          </a:xfrm>
        </p:grpSpPr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919933" y="7847741"/>
              <a:ext cx="2993487" cy="107021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10374651" y="7431338"/>
            <a:ext cx="502165" cy="107021"/>
            <a:chOff x="10374651" y="7431338"/>
            <a:chExt cx="502165" cy="107021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5400000">
              <a:off x="10374651" y="7431338"/>
              <a:ext cx="502165" cy="107021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9933333" y="7687698"/>
            <a:ext cx="1328571" cy="400794"/>
            <a:chOff x="9933333" y="7687698"/>
            <a:chExt cx="1328571" cy="400794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33333" y="7687698"/>
              <a:ext cx="1328571" cy="400794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11254383" y="7888095"/>
            <a:ext cx="537378" cy="14286"/>
            <a:chOff x="11254383" y="7888095"/>
            <a:chExt cx="537378" cy="14286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254383" y="7888095"/>
              <a:ext cx="537378" cy="14286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13811874" y="3002161"/>
            <a:ext cx="549267" cy="549143"/>
            <a:chOff x="13811874" y="3002161"/>
            <a:chExt cx="549267" cy="549143"/>
          </a:xfrm>
        </p:grpSpPr>
        <p:pic>
          <p:nvPicPr>
            <p:cNvPr id="73" name="Object 72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811874" y="3002161"/>
              <a:ext cx="549267" cy="549143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15734122" y="3028061"/>
            <a:ext cx="516411" cy="516392"/>
            <a:chOff x="15734122" y="3028061"/>
            <a:chExt cx="516411" cy="516392"/>
          </a:xfrm>
        </p:grpSpPr>
        <p:pic>
          <p:nvPicPr>
            <p:cNvPr id="76" name="Object 75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734122" y="3028061"/>
              <a:ext cx="516411" cy="516392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15726729" y="4738879"/>
            <a:ext cx="537546" cy="537586"/>
            <a:chOff x="15726729" y="4738879"/>
            <a:chExt cx="537546" cy="537586"/>
          </a:xfrm>
        </p:grpSpPr>
        <p:pic>
          <p:nvPicPr>
            <p:cNvPr id="79" name="Object 78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726729" y="4738879"/>
              <a:ext cx="537546" cy="537586"/>
            </a:xfrm>
            <a:prstGeom prst="rect">
              <a:avLst/>
            </a:prstGeom>
          </p:spPr>
        </p:pic>
      </p:grpSp>
      <p:grpSp>
        <p:nvGrpSpPr>
          <p:cNvPr id="1026" name="그룹 1026"/>
          <p:cNvGrpSpPr/>
          <p:nvPr/>
        </p:nvGrpSpPr>
        <p:grpSpPr>
          <a:xfrm>
            <a:off x="13809307" y="6167127"/>
            <a:ext cx="568931" cy="568920"/>
            <a:chOff x="13809307" y="6167127"/>
            <a:chExt cx="568931" cy="568920"/>
          </a:xfrm>
        </p:grpSpPr>
        <p:pic>
          <p:nvPicPr>
            <p:cNvPr id="82" name="Object 81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809307" y="6167127"/>
              <a:ext cx="568931" cy="568920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12111942" y="7616083"/>
            <a:ext cx="563947" cy="524977"/>
            <a:chOff x="12111942" y="7616083"/>
            <a:chExt cx="563947" cy="524977"/>
          </a:xfrm>
        </p:grpSpPr>
        <p:pic>
          <p:nvPicPr>
            <p:cNvPr id="85" name="Object 84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111942" y="7616083"/>
              <a:ext cx="563947" cy="524977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10314286" y="6328224"/>
            <a:ext cx="602824" cy="678472"/>
            <a:chOff x="10314286" y="6328224"/>
            <a:chExt cx="602824" cy="678472"/>
          </a:xfrm>
        </p:grpSpPr>
        <p:pic>
          <p:nvPicPr>
            <p:cNvPr id="88" name="Object 87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314286" y="6328224"/>
              <a:ext cx="602824" cy="678472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11674098" y="4592472"/>
            <a:ext cx="1439635" cy="3344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SYSTEM</a:t>
            </a:r>
            <a:endParaRPr lang="en-US" dirty="0"/>
          </a:p>
        </p:txBody>
      </p:sp>
      <p:sp>
        <p:nvSpPr>
          <p:cNvPr id="91" name="Object 91"/>
          <p:cNvSpPr txBox="1"/>
          <p:nvPr/>
        </p:nvSpPr>
        <p:spPr>
          <a:xfrm>
            <a:off x="14935084" y="6334264"/>
            <a:ext cx="2152584" cy="3108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DEVELOPMENT</a:t>
            </a:r>
            <a:endParaRPr lang="en-US" dirty="0"/>
          </a:p>
        </p:txBody>
      </p:sp>
      <p:sp>
        <p:nvSpPr>
          <p:cNvPr id="92" name="Object 92"/>
          <p:cNvSpPr txBox="1"/>
          <p:nvPr/>
        </p:nvSpPr>
        <p:spPr>
          <a:xfrm>
            <a:off x="9758061" y="7702204"/>
            <a:ext cx="1704512" cy="3504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PROPOSAL</a:t>
            </a:r>
            <a:endParaRPr lang="en-US" dirty="0"/>
          </a:p>
        </p:txBody>
      </p:sp>
      <p:grpSp>
        <p:nvGrpSpPr>
          <p:cNvPr id="1029" name="그룹 1029"/>
          <p:cNvGrpSpPr/>
          <p:nvPr/>
        </p:nvGrpSpPr>
        <p:grpSpPr>
          <a:xfrm>
            <a:off x="14814831" y="832520"/>
            <a:ext cx="1943831" cy="261610"/>
            <a:chOff x="14814831" y="832520"/>
            <a:chExt cx="1943831" cy="261610"/>
          </a:xfrm>
        </p:grpSpPr>
        <p:grpSp>
          <p:nvGrpSpPr>
            <p:cNvPr id="1030" name="그룹 1030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95" name="Object 94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97" name="Object 97"/>
            <p:cNvSpPr txBox="1"/>
            <p:nvPr/>
          </p:nvSpPr>
          <p:spPr>
            <a:xfrm>
              <a:off x="14906414" y="832520"/>
              <a:ext cx="1852248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rgbClr val="000000"/>
                  </a:solidFill>
                  <a:latin typeface="Pretendard Medium" pitchFamily="34" charset="0"/>
                </a:rPr>
                <a:t>  Network Programming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57033" y="1543757"/>
            <a:ext cx="1958943" cy="5500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1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Contents</a:t>
            </a:r>
            <a:endParaRPr lang="en-US" dirty="0"/>
          </a:p>
        </p:txBody>
      </p:sp>
      <p:sp>
        <p:nvSpPr>
          <p:cNvPr id="12" name="Object 12"/>
          <p:cNvSpPr txBox="1"/>
          <p:nvPr/>
        </p:nvSpPr>
        <p:spPr>
          <a:xfrm>
            <a:off x="3380952" y="1374388"/>
            <a:ext cx="848004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4400" b="1" dirty="0">
                <a:solidFill>
                  <a:srgbClr val="000000"/>
                </a:solidFill>
                <a:latin typeface="Pretendard Light" pitchFamily="34" charset="0"/>
              </a:rPr>
              <a:t>목차</a:t>
            </a:r>
            <a:endParaRPr lang="en-US" dirty="0"/>
          </a:p>
        </p:txBody>
      </p:sp>
      <p:grpSp>
        <p:nvGrpSpPr>
          <p:cNvPr id="1004" name="그룹 1004"/>
          <p:cNvGrpSpPr/>
          <p:nvPr/>
        </p:nvGrpSpPr>
        <p:grpSpPr>
          <a:xfrm>
            <a:off x="1282531" y="3671549"/>
            <a:ext cx="4925101" cy="4966546"/>
            <a:chOff x="1282531" y="3671549"/>
            <a:chExt cx="4925101" cy="4966546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2531" y="3671549"/>
              <a:ext cx="4925101" cy="496654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985102" y="5059793"/>
            <a:ext cx="493281" cy="555183"/>
            <a:chOff x="1985102" y="5059793"/>
            <a:chExt cx="493281" cy="555183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85102" y="5059793"/>
              <a:ext cx="493281" cy="55518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94111" y="3781509"/>
            <a:ext cx="888233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20" name="Object 20"/>
          <p:cNvSpPr txBox="1"/>
          <p:nvPr/>
        </p:nvSpPr>
        <p:spPr>
          <a:xfrm>
            <a:off x="1992178" y="5732542"/>
            <a:ext cx="2941394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3000" b="1" dirty="0">
                <a:solidFill>
                  <a:srgbClr val="000000"/>
                </a:solidFill>
                <a:latin typeface="Pretendard Light" pitchFamily="34" charset="0"/>
              </a:rPr>
              <a:t>주제 소개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>
            <a:off x="1992178" y="6306957"/>
            <a:ext cx="2941389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Subject Overview</a:t>
            </a:r>
            <a:endParaRPr lang="en-US" dirty="0"/>
          </a:p>
        </p:txBody>
      </p:sp>
      <p:sp>
        <p:nvSpPr>
          <p:cNvPr id="22" name="Object 22"/>
          <p:cNvSpPr txBox="1"/>
          <p:nvPr/>
        </p:nvSpPr>
        <p:spPr>
          <a:xfrm>
            <a:off x="1992178" y="7015801"/>
            <a:ext cx="372281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 부원별로 제안한 개발 주제를 보여주고 각 주제의 내용을 요약해서 설명한다</a:t>
            </a:r>
            <a:r>
              <a:rPr lang="en-US" altLang="ko-KR" dirty="0"/>
              <a:t>.</a:t>
            </a:r>
            <a:endParaRPr lang="en-US" dirty="0"/>
          </a:p>
        </p:txBody>
      </p:sp>
      <p:grpSp>
        <p:nvGrpSpPr>
          <p:cNvPr id="1006" name="그룹 1006"/>
          <p:cNvGrpSpPr/>
          <p:nvPr/>
        </p:nvGrpSpPr>
        <p:grpSpPr>
          <a:xfrm>
            <a:off x="14789794" y="845264"/>
            <a:ext cx="1852248" cy="261610"/>
            <a:chOff x="14789794" y="845264"/>
            <a:chExt cx="1852248" cy="261610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27" name="Object 27"/>
            <p:cNvSpPr txBox="1"/>
            <p:nvPr/>
          </p:nvSpPr>
          <p:spPr>
            <a:xfrm>
              <a:off x="14789794" y="845264"/>
              <a:ext cx="1852248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rgbClr val="000000"/>
                  </a:solidFill>
                  <a:latin typeface="Pretendard Medium" pitchFamily="34" charset="0"/>
                </a:rPr>
                <a:t> </a:t>
              </a:r>
              <a:endParaRPr lang="en-US" dirty="0"/>
            </a:p>
          </p:txBody>
        </p:sp>
      </p:grpSp>
      <p:grpSp>
        <p:nvGrpSpPr>
          <p:cNvPr id="1008" name="그룹 1008"/>
          <p:cNvGrpSpPr/>
          <p:nvPr/>
        </p:nvGrpSpPr>
        <p:grpSpPr>
          <a:xfrm>
            <a:off x="6680306" y="3671549"/>
            <a:ext cx="4925101" cy="4966546"/>
            <a:chOff x="6680306" y="3671549"/>
            <a:chExt cx="4925101" cy="4966546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0306" y="3671549"/>
              <a:ext cx="4925101" cy="496654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182868" y="3781507"/>
            <a:ext cx="1906278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33" name="Object 33"/>
          <p:cNvSpPr txBox="1"/>
          <p:nvPr/>
        </p:nvSpPr>
        <p:spPr>
          <a:xfrm>
            <a:off x="7389952" y="5732544"/>
            <a:ext cx="3715071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3000" b="1" dirty="0">
                <a:solidFill>
                  <a:srgbClr val="000000"/>
                </a:solidFill>
                <a:latin typeface="Pretendard Light" pitchFamily="34" charset="0"/>
              </a:rPr>
              <a:t>주제별 장단점</a:t>
            </a:r>
            <a:endParaRPr lang="en-US" dirty="0"/>
          </a:p>
        </p:txBody>
      </p:sp>
      <p:sp>
        <p:nvSpPr>
          <p:cNvPr id="34" name="Object 34"/>
          <p:cNvSpPr txBox="1"/>
          <p:nvPr/>
        </p:nvSpPr>
        <p:spPr>
          <a:xfrm>
            <a:off x="7389952" y="6306953"/>
            <a:ext cx="2941389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Pros and Cons</a:t>
            </a:r>
            <a:endParaRPr lang="en-US" dirty="0"/>
          </a:p>
        </p:txBody>
      </p:sp>
      <p:grpSp>
        <p:nvGrpSpPr>
          <p:cNvPr id="1009" name="그룹 1009"/>
          <p:cNvGrpSpPr/>
          <p:nvPr/>
        </p:nvGrpSpPr>
        <p:grpSpPr>
          <a:xfrm>
            <a:off x="12078081" y="3671549"/>
            <a:ext cx="4925101" cy="4966546"/>
            <a:chOff x="12078081" y="3671549"/>
            <a:chExt cx="4925101" cy="496654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78081" y="3671549"/>
              <a:ext cx="4925101" cy="4966546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1762937" y="3781716"/>
            <a:ext cx="1541619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40" name="Object 40"/>
          <p:cNvSpPr txBox="1"/>
          <p:nvPr/>
        </p:nvSpPr>
        <p:spPr>
          <a:xfrm>
            <a:off x="12787714" y="5732544"/>
            <a:ext cx="3475571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3000" b="1" dirty="0">
                <a:solidFill>
                  <a:srgbClr val="000000"/>
                </a:solidFill>
                <a:latin typeface="Pretendard Light" pitchFamily="34" charset="0"/>
              </a:rPr>
              <a:t>최종 선정</a:t>
            </a:r>
            <a:endParaRPr lang="en-US" dirty="0"/>
          </a:p>
        </p:txBody>
      </p:sp>
      <p:sp>
        <p:nvSpPr>
          <p:cNvPr id="41" name="Object 41"/>
          <p:cNvSpPr txBox="1"/>
          <p:nvPr/>
        </p:nvSpPr>
        <p:spPr>
          <a:xfrm>
            <a:off x="12787714" y="6306953"/>
            <a:ext cx="2941389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Conclusion</a:t>
            </a:r>
            <a:endParaRPr lang="en-US" dirty="0"/>
          </a:p>
        </p:txBody>
      </p:sp>
      <p:grpSp>
        <p:nvGrpSpPr>
          <p:cNvPr id="1010" name="그룹 1010"/>
          <p:cNvGrpSpPr/>
          <p:nvPr/>
        </p:nvGrpSpPr>
        <p:grpSpPr>
          <a:xfrm>
            <a:off x="7392401" y="5083185"/>
            <a:ext cx="523557" cy="523596"/>
            <a:chOff x="7392401" y="5083185"/>
            <a:chExt cx="523557" cy="523596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2401" y="5083185"/>
              <a:ext cx="523557" cy="523596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2812398" y="5094888"/>
            <a:ext cx="454909" cy="454891"/>
            <a:chOff x="12812398" y="5094888"/>
            <a:chExt cx="454909" cy="454891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12398" y="5094888"/>
              <a:ext cx="454909" cy="454891"/>
            </a:xfrm>
            <a:prstGeom prst="rect">
              <a:avLst/>
            </a:prstGeom>
          </p:spPr>
        </p:pic>
      </p:grpSp>
      <p:sp>
        <p:nvSpPr>
          <p:cNvPr id="2" name="Object 22">
            <a:extLst>
              <a:ext uri="{FF2B5EF4-FFF2-40B4-BE49-F238E27FC236}">
                <a16:creationId xmlns:a16="http://schemas.microsoft.com/office/drawing/2014/main" id="{44A84A66-012F-80DF-D4FE-B8131C8B83B1}"/>
              </a:ext>
            </a:extLst>
          </p:cNvPr>
          <p:cNvSpPr txBox="1"/>
          <p:nvPr/>
        </p:nvSpPr>
        <p:spPr>
          <a:xfrm>
            <a:off x="7389952" y="7015801"/>
            <a:ext cx="372281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 각 개발 주제에 대해 설명하고 각 주제의 개발 난이도</a:t>
            </a:r>
            <a:r>
              <a:rPr lang="en-US" altLang="ko-KR" dirty="0"/>
              <a:t>, </a:t>
            </a:r>
            <a:r>
              <a:rPr lang="ko-KR" altLang="en-US" dirty="0"/>
              <a:t> 장단점</a:t>
            </a:r>
            <a:r>
              <a:rPr lang="en-US" altLang="ko-KR" dirty="0"/>
              <a:t> </a:t>
            </a:r>
            <a:r>
              <a:rPr lang="ko-KR" altLang="en-US" dirty="0"/>
              <a:t>등을 나열해 서로 비교한다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Object 22">
            <a:extLst>
              <a:ext uri="{FF2B5EF4-FFF2-40B4-BE49-F238E27FC236}">
                <a16:creationId xmlns:a16="http://schemas.microsoft.com/office/drawing/2014/main" id="{183C7D80-E1C1-B35C-42BE-9766ED054233}"/>
              </a:ext>
            </a:extLst>
          </p:cNvPr>
          <p:cNvSpPr txBox="1"/>
          <p:nvPr/>
        </p:nvSpPr>
        <p:spPr>
          <a:xfrm>
            <a:off x="12787714" y="7033503"/>
            <a:ext cx="372281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 앞서 정리한 개발 난이도</a:t>
            </a:r>
            <a:r>
              <a:rPr lang="en-US" altLang="ko-KR" dirty="0"/>
              <a:t>,</a:t>
            </a:r>
            <a:r>
              <a:rPr lang="ko-KR" altLang="en-US" dirty="0"/>
              <a:t> 장단점 등을 토대로 어떤 주제를 선택 하였는 지와 그 이유를 설명한다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" name="Object 97">
            <a:extLst>
              <a:ext uri="{FF2B5EF4-FFF2-40B4-BE49-F238E27FC236}">
                <a16:creationId xmlns:a16="http://schemas.microsoft.com/office/drawing/2014/main" id="{5BDEA747-D6C0-7A23-2F2C-3A56F7FB9E96}"/>
              </a:ext>
            </a:extLst>
          </p:cNvPr>
          <p:cNvSpPr txBox="1"/>
          <p:nvPr/>
        </p:nvSpPr>
        <p:spPr>
          <a:xfrm>
            <a:off x="14906414" y="832520"/>
            <a:ext cx="1852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00"/>
                </a:solidFill>
                <a:latin typeface="Pretendard Medium" pitchFamily="34" charset="0"/>
              </a:rPr>
              <a:t>  Network Programming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6" name="Object 6"/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003" name="그룹 1003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323016" y="3009524"/>
            <a:ext cx="1638889" cy="1628571"/>
            <a:chOff x="8323016" y="3009524"/>
            <a:chExt cx="1638889" cy="16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3016" y="3009524"/>
              <a:ext cx="1638889" cy="16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66667" y="6772759"/>
            <a:ext cx="15600000" cy="1852645"/>
            <a:chOff x="1466667" y="6772759"/>
            <a:chExt cx="15600000" cy="1852645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6667" y="6772759"/>
              <a:ext cx="15600000" cy="185264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379036" y="3271359"/>
            <a:ext cx="1527643" cy="12651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>
            <a:off x="6899369" y="4988786"/>
            <a:ext cx="448697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42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주제 소개</a:t>
            </a:r>
            <a:endParaRPr lang="en-US" dirty="0"/>
          </a:p>
        </p:txBody>
      </p:sp>
      <p:sp>
        <p:nvSpPr>
          <p:cNvPr id="22" name="Object 22"/>
          <p:cNvSpPr txBox="1"/>
          <p:nvPr/>
        </p:nvSpPr>
        <p:spPr>
          <a:xfrm>
            <a:off x="6500000" y="5708789"/>
            <a:ext cx="5285714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Subject Overview</a:t>
            </a:r>
            <a:endParaRPr lang="en-US" dirty="0"/>
          </a:p>
        </p:txBody>
      </p:sp>
      <p:grpSp>
        <p:nvGrpSpPr>
          <p:cNvPr id="1007" name="그룹 1007"/>
          <p:cNvGrpSpPr/>
          <p:nvPr/>
        </p:nvGrpSpPr>
        <p:grpSpPr>
          <a:xfrm>
            <a:off x="2520467" y="7432562"/>
            <a:ext cx="552395" cy="552374"/>
            <a:chOff x="2520467" y="7432562"/>
            <a:chExt cx="552395" cy="552374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20467" y="7432562"/>
              <a:ext cx="552395" cy="55237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779811" y="7581385"/>
            <a:ext cx="12862232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</a:rPr>
              <a:t>Add context</a:t>
            </a:r>
            <a:endParaRPr lang="en-US" dirty="0"/>
          </a:p>
        </p:txBody>
      </p:sp>
      <p:sp>
        <p:nvSpPr>
          <p:cNvPr id="3" name="Object 97">
            <a:extLst>
              <a:ext uri="{FF2B5EF4-FFF2-40B4-BE49-F238E27FC236}">
                <a16:creationId xmlns:a16="http://schemas.microsoft.com/office/drawing/2014/main" id="{15F3ABE3-EF80-A1B8-5013-413BA28F6B40}"/>
              </a:ext>
            </a:extLst>
          </p:cNvPr>
          <p:cNvSpPr txBox="1"/>
          <p:nvPr/>
        </p:nvSpPr>
        <p:spPr>
          <a:xfrm>
            <a:off x="14906414" y="832520"/>
            <a:ext cx="1852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00"/>
                </a:solidFill>
                <a:latin typeface="Pretendard Medium" pitchFamily="34" charset="0"/>
              </a:rPr>
              <a:t>  Network Programming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9599579" y="7066667"/>
            <a:ext cx="7466667" cy="1558737"/>
            <a:chOff x="9599579" y="7066667"/>
            <a:chExt cx="7466667" cy="155873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9579" y="7066667"/>
              <a:ext cx="7466667" cy="155873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9" name="Object 9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grpSp>
        <p:nvGrpSpPr>
          <p:cNvPr id="1004" name="그룹 1004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8323016" y="3009524"/>
            <a:ext cx="1638889" cy="1628571"/>
            <a:chOff x="8323016" y="3009524"/>
            <a:chExt cx="1638889" cy="162857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23016" y="3009524"/>
              <a:ext cx="1638889" cy="162857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466667" y="7066667"/>
            <a:ext cx="7466667" cy="1558737"/>
            <a:chOff x="1466667" y="7066667"/>
            <a:chExt cx="7466667" cy="1558737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667" y="7066667"/>
              <a:ext cx="7466667" cy="155873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379036" y="3271359"/>
            <a:ext cx="1527643" cy="12651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24" name="Object 24"/>
          <p:cNvSpPr txBox="1"/>
          <p:nvPr/>
        </p:nvSpPr>
        <p:spPr>
          <a:xfrm>
            <a:off x="6899369" y="4791984"/>
            <a:ext cx="4486976" cy="113226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2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회사 소개</a:t>
            </a:r>
            <a:endParaRPr lang="en-US" dirty="0"/>
          </a:p>
        </p:txBody>
      </p:sp>
      <p:sp>
        <p:nvSpPr>
          <p:cNvPr id="25" name="Object 25"/>
          <p:cNvSpPr txBox="1"/>
          <p:nvPr/>
        </p:nvSpPr>
        <p:spPr>
          <a:xfrm>
            <a:off x="6500000" y="5645507"/>
            <a:ext cx="5285714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Company Overview</a:t>
            </a:r>
            <a:endParaRPr lang="en-US" dirty="0"/>
          </a:p>
        </p:txBody>
      </p:sp>
      <p:grpSp>
        <p:nvGrpSpPr>
          <p:cNvPr id="1008" name="그룹 1008"/>
          <p:cNvGrpSpPr/>
          <p:nvPr/>
        </p:nvGrpSpPr>
        <p:grpSpPr>
          <a:xfrm>
            <a:off x="2198329" y="7607943"/>
            <a:ext cx="552395" cy="552374"/>
            <a:chOff x="2198329" y="7607943"/>
            <a:chExt cx="552395" cy="552374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98329" y="7607943"/>
              <a:ext cx="552395" cy="55237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400533" y="7422364"/>
            <a:ext cx="7383724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목차와 관련된 설명을 입력해주세요. 챕터와 관련된 내용을 입력해주세요. 항목을 입력해주세요.</a:t>
            </a:r>
            <a:endParaRPr lang="en-US" dirty="0"/>
          </a:p>
        </p:txBody>
      </p:sp>
      <p:sp>
        <p:nvSpPr>
          <p:cNvPr id="30" name="Object 30"/>
          <p:cNvSpPr txBox="1"/>
          <p:nvPr/>
        </p:nvSpPr>
        <p:spPr>
          <a:xfrm>
            <a:off x="11601143" y="7422364"/>
            <a:ext cx="726969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상하좌우로 늘려 용도에 맞게 원하는 크기로 활용해보세요. 나만의 디자인을 만들어보세요.</a:t>
            </a:r>
            <a:endParaRPr lang="en-US" dirty="0"/>
          </a:p>
        </p:txBody>
      </p:sp>
      <p:grpSp>
        <p:nvGrpSpPr>
          <p:cNvPr id="1009" name="그룹 1009"/>
          <p:cNvGrpSpPr/>
          <p:nvPr/>
        </p:nvGrpSpPr>
        <p:grpSpPr>
          <a:xfrm>
            <a:off x="10351305" y="7599153"/>
            <a:ext cx="570245" cy="569955"/>
            <a:chOff x="10351305" y="7599153"/>
            <a:chExt cx="570245" cy="569955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51305" y="7599153"/>
              <a:ext cx="570245" cy="5699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04762" y="3365098"/>
            <a:ext cx="15629825" cy="2982806"/>
            <a:chOff x="1304762" y="3365098"/>
            <a:chExt cx="15629825" cy="298280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4762" y="3365098"/>
              <a:ext cx="15629825" cy="298280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561905" y="3200168"/>
            <a:ext cx="3372683" cy="549074"/>
            <a:chOff x="13561905" y="3200168"/>
            <a:chExt cx="3372683" cy="54907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61905" y="3200168"/>
              <a:ext cx="3372683" cy="54907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61905" y="6835868"/>
            <a:ext cx="4828571" cy="1708897"/>
            <a:chOff x="1361905" y="6835868"/>
            <a:chExt cx="4828571" cy="1708897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61905" y="6835868"/>
              <a:ext cx="4828571" cy="170889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728571" y="6835868"/>
            <a:ext cx="4828571" cy="1708897"/>
            <a:chOff x="6728571" y="6835868"/>
            <a:chExt cx="4828571" cy="1708897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8571" y="6835868"/>
              <a:ext cx="4828571" cy="170889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2106016" y="6835868"/>
            <a:ext cx="4828571" cy="1708897"/>
            <a:chOff x="12106016" y="6835868"/>
            <a:chExt cx="4828571" cy="1708897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06016" y="6835868"/>
              <a:ext cx="4828571" cy="170889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30" name="Object 30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379358" y="1285003"/>
            <a:ext cx="1476200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33" name="Object 33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미리컴퍼니 소개</a:t>
            </a:r>
            <a:endParaRPr lang="en-US" dirty="0"/>
          </a:p>
        </p:txBody>
      </p:sp>
      <p:sp>
        <p:nvSpPr>
          <p:cNvPr id="34" name="Object 34"/>
          <p:cNvSpPr txBox="1"/>
          <p:nvPr/>
        </p:nvSpPr>
        <p:spPr>
          <a:xfrm>
            <a:off x="7361905" y="1512994"/>
            <a:ext cx="5285714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Miricompany Overview</a:t>
            </a:r>
            <a:endParaRPr lang="en-US" dirty="0"/>
          </a:p>
        </p:txBody>
      </p:sp>
      <p:sp>
        <p:nvSpPr>
          <p:cNvPr id="35" name="Object 35"/>
          <p:cNvSpPr txBox="1"/>
          <p:nvPr/>
        </p:nvSpPr>
        <p:spPr>
          <a:xfrm>
            <a:off x="1793648" y="6872182"/>
            <a:ext cx="4241229" cy="12660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20XX.10</a:t>
            </a:r>
            <a:endParaRPr lang="en-US" dirty="0"/>
          </a:p>
        </p:txBody>
      </p:sp>
      <p:sp>
        <p:nvSpPr>
          <p:cNvPr id="36" name="Object 36"/>
          <p:cNvSpPr txBox="1"/>
          <p:nvPr/>
        </p:nvSpPr>
        <p:spPr>
          <a:xfrm>
            <a:off x="1793648" y="7867638"/>
            <a:ext cx="2212300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37" name="Object 37"/>
          <p:cNvSpPr txBox="1"/>
          <p:nvPr/>
        </p:nvSpPr>
        <p:spPr>
          <a:xfrm>
            <a:off x="3485714" y="7867638"/>
            <a:ext cx="4014286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간략한 설명을 입력해주세요</a:t>
            </a:r>
            <a:endParaRPr lang="en-US" dirty="0"/>
          </a:p>
        </p:txBody>
      </p:sp>
      <p:sp>
        <p:nvSpPr>
          <p:cNvPr id="38" name="Object 38"/>
          <p:cNvSpPr txBox="1"/>
          <p:nvPr/>
        </p:nvSpPr>
        <p:spPr>
          <a:xfrm>
            <a:off x="7135543" y="6872182"/>
            <a:ext cx="4241229" cy="12660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1500%</a:t>
            </a:r>
            <a:endParaRPr lang="en-US" dirty="0"/>
          </a:p>
        </p:txBody>
      </p:sp>
      <p:sp>
        <p:nvSpPr>
          <p:cNvPr id="39" name="Object 39"/>
          <p:cNvSpPr txBox="1"/>
          <p:nvPr/>
        </p:nvSpPr>
        <p:spPr>
          <a:xfrm>
            <a:off x="7135546" y="7867638"/>
            <a:ext cx="2212300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40" name="Object 40"/>
          <p:cNvSpPr txBox="1"/>
          <p:nvPr/>
        </p:nvSpPr>
        <p:spPr>
          <a:xfrm>
            <a:off x="8827613" y="7867638"/>
            <a:ext cx="4014286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간략한 설명을 입력해주세요</a:t>
            </a:r>
            <a:endParaRPr lang="en-US" dirty="0"/>
          </a:p>
        </p:txBody>
      </p:sp>
      <p:sp>
        <p:nvSpPr>
          <p:cNvPr id="41" name="Object 41"/>
          <p:cNvSpPr txBox="1"/>
          <p:nvPr/>
        </p:nvSpPr>
        <p:spPr>
          <a:xfrm>
            <a:off x="12537714" y="6872182"/>
            <a:ext cx="3722941" cy="12660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10,890</a:t>
            </a:r>
            <a:endParaRPr lang="en-US" dirty="0"/>
          </a:p>
        </p:txBody>
      </p:sp>
      <p:sp>
        <p:nvSpPr>
          <p:cNvPr id="42" name="Object 42"/>
          <p:cNvSpPr txBox="1"/>
          <p:nvPr/>
        </p:nvSpPr>
        <p:spPr>
          <a:xfrm>
            <a:off x="12537759" y="7867638"/>
            <a:ext cx="2212300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43" name="Object 43"/>
          <p:cNvSpPr txBox="1"/>
          <p:nvPr/>
        </p:nvSpPr>
        <p:spPr>
          <a:xfrm>
            <a:off x="14229825" y="7867638"/>
            <a:ext cx="4014286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간략한 설명을 입력해주세요</a:t>
            </a:r>
            <a:endParaRPr lang="en-US" dirty="0"/>
          </a:p>
        </p:txBody>
      </p:sp>
      <p:sp>
        <p:nvSpPr>
          <p:cNvPr id="44" name="Object 44"/>
          <p:cNvSpPr txBox="1"/>
          <p:nvPr/>
        </p:nvSpPr>
        <p:spPr>
          <a:xfrm>
            <a:off x="13905754" y="3238854"/>
            <a:ext cx="2875459" cy="4600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Miricompany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04762" y="3365098"/>
            <a:ext cx="15629825" cy="2982806"/>
            <a:chOff x="1304762" y="3365098"/>
            <a:chExt cx="15629825" cy="298280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4762" y="3365098"/>
              <a:ext cx="15629825" cy="298280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561905" y="3200168"/>
            <a:ext cx="3372683" cy="549074"/>
            <a:chOff x="13561905" y="3200168"/>
            <a:chExt cx="3372683" cy="54907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61905" y="3200168"/>
              <a:ext cx="3372683" cy="54907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21" name="Object 21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79358" y="1285003"/>
            <a:ext cx="1476200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24" name="Object 24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미리컴퍼니 소개</a:t>
            </a:r>
            <a:endParaRPr lang="en-US" dirty="0"/>
          </a:p>
        </p:txBody>
      </p:sp>
      <p:sp>
        <p:nvSpPr>
          <p:cNvPr id="25" name="Object 25"/>
          <p:cNvSpPr txBox="1"/>
          <p:nvPr/>
        </p:nvSpPr>
        <p:spPr>
          <a:xfrm>
            <a:off x="7361905" y="1512994"/>
            <a:ext cx="5285714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Miricompany Overview</a:t>
            </a:r>
            <a:endParaRPr lang="en-US" dirty="0"/>
          </a:p>
        </p:txBody>
      </p:sp>
      <p:grpSp>
        <p:nvGrpSpPr>
          <p:cNvPr id="1008" name="그룹 1008"/>
          <p:cNvGrpSpPr/>
          <p:nvPr/>
        </p:nvGrpSpPr>
        <p:grpSpPr>
          <a:xfrm>
            <a:off x="1361905" y="6835868"/>
            <a:ext cx="3666667" cy="1708897"/>
            <a:chOff x="1361905" y="6835868"/>
            <a:chExt cx="3666667" cy="1708897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61905" y="6835868"/>
              <a:ext cx="3666667" cy="170889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793648" y="6896525"/>
            <a:ext cx="3909529" cy="12342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20XX.10</a:t>
            </a:r>
            <a:endParaRPr lang="en-US" dirty="0"/>
          </a:p>
        </p:txBody>
      </p:sp>
      <p:sp>
        <p:nvSpPr>
          <p:cNvPr id="30" name="Object 30"/>
          <p:cNvSpPr txBox="1"/>
          <p:nvPr/>
        </p:nvSpPr>
        <p:spPr>
          <a:xfrm>
            <a:off x="2294923" y="7886686"/>
            <a:ext cx="2766671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31" name="Object 31"/>
          <p:cNvSpPr txBox="1"/>
          <p:nvPr/>
        </p:nvSpPr>
        <p:spPr>
          <a:xfrm>
            <a:off x="13905754" y="3238854"/>
            <a:ext cx="2875459" cy="4600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Miricompany</a:t>
            </a:r>
            <a:endParaRPr lang="en-US" dirty="0"/>
          </a:p>
        </p:txBody>
      </p:sp>
      <p:grpSp>
        <p:nvGrpSpPr>
          <p:cNvPr id="1009" name="그룹 1009"/>
          <p:cNvGrpSpPr/>
          <p:nvPr/>
        </p:nvGrpSpPr>
        <p:grpSpPr>
          <a:xfrm>
            <a:off x="5330577" y="6835868"/>
            <a:ext cx="3666667" cy="1708897"/>
            <a:chOff x="5330577" y="6835868"/>
            <a:chExt cx="3666667" cy="170889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30577" y="6835868"/>
              <a:ext cx="3666667" cy="1708897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762324" y="6896525"/>
            <a:ext cx="3551285" cy="12342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1500%</a:t>
            </a:r>
            <a:endParaRPr lang="en-US" dirty="0"/>
          </a:p>
        </p:txBody>
      </p:sp>
      <p:sp>
        <p:nvSpPr>
          <p:cNvPr id="36" name="Object 36"/>
          <p:cNvSpPr txBox="1"/>
          <p:nvPr/>
        </p:nvSpPr>
        <p:spPr>
          <a:xfrm>
            <a:off x="6263595" y="7886686"/>
            <a:ext cx="2813663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grpSp>
        <p:nvGrpSpPr>
          <p:cNvPr id="1010" name="그룹 1010"/>
          <p:cNvGrpSpPr/>
          <p:nvPr/>
        </p:nvGrpSpPr>
        <p:grpSpPr>
          <a:xfrm>
            <a:off x="9299249" y="6835868"/>
            <a:ext cx="3666667" cy="1708897"/>
            <a:chOff x="9299249" y="6835868"/>
            <a:chExt cx="3666667" cy="1708897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99249" y="6835868"/>
              <a:ext cx="3666667" cy="1708897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730952" y="6896525"/>
            <a:ext cx="3469829" cy="12342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10,890</a:t>
            </a:r>
            <a:endParaRPr lang="en-US" dirty="0"/>
          </a:p>
        </p:txBody>
      </p:sp>
      <p:sp>
        <p:nvSpPr>
          <p:cNvPr id="41" name="Object 41"/>
          <p:cNvSpPr txBox="1"/>
          <p:nvPr/>
        </p:nvSpPr>
        <p:spPr>
          <a:xfrm>
            <a:off x="10232267" y="7886686"/>
            <a:ext cx="2817857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grpSp>
        <p:nvGrpSpPr>
          <p:cNvPr id="1011" name="그룹 1011"/>
          <p:cNvGrpSpPr/>
          <p:nvPr/>
        </p:nvGrpSpPr>
        <p:grpSpPr>
          <a:xfrm>
            <a:off x="13267921" y="6835868"/>
            <a:ext cx="3666667" cy="1708897"/>
            <a:chOff x="13267921" y="6835868"/>
            <a:chExt cx="3666667" cy="1708897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67921" y="6835868"/>
              <a:ext cx="3666667" cy="1708897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3699619" y="6896525"/>
            <a:ext cx="4241229" cy="12342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89%</a:t>
            </a:r>
            <a:endParaRPr lang="en-US" dirty="0"/>
          </a:p>
        </p:txBody>
      </p:sp>
      <p:sp>
        <p:nvSpPr>
          <p:cNvPr id="46" name="Object 46"/>
          <p:cNvSpPr txBox="1"/>
          <p:nvPr/>
        </p:nvSpPr>
        <p:spPr>
          <a:xfrm>
            <a:off x="14200939" y="7886686"/>
            <a:ext cx="2522874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grpSp>
        <p:nvGrpSpPr>
          <p:cNvPr id="1012" name="그룹 1012"/>
          <p:cNvGrpSpPr/>
          <p:nvPr/>
        </p:nvGrpSpPr>
        <p:grpSpPr>
          <a:xfrm>
            <a:off x="5762324" y="7951374"/>
            <a:ext cx="292198" cy="292187"/>
            <a:chOff x="5762324" y="7951374"/>
            <a:chExt cx="292198" cy="292187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62324" y="7951374"/>
              <a:ext cx="292198" cy="292187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793648" y="7920886"/>
            <a:ext cx="336293" cy="336317"/>
            <a:chOff x="1793648" y="7920886"/>
            <a:chExt cx="336293" cy="336317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93648" y="7920886"/>
              <a:ext cx="336293" cy="336317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9743651" y="7931499"/>
            <a:ext cx="328261" cy="331938"/>
            <a:chOff x="9743651" y="7931499"/>
            <a:chExt cx="328261" cy="331938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43651" y="7931499"/>
              <a:ext cx="328261" cy="331938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3699619" y="7964353"/>
            <a:ext cx="329766" cy="306979"/>
            <a:chOff x="13699619" y="7964353"/>
            <a:chExt cx="329766" cy="306979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699619" y="7964353"/>
              <a:ext cx="329766" cy="3069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555556" y="3424718"/>
            <a:ext cx="4482540" cy="2314583"/>
            <a:chOff x="7555556" y="3424718"/>
            <a:chExt cx="4482540" cy="2314583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55556" y="3424718"/>
              <a:ext cx="4482540" cy="231458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584127" y="3424718"/>
            <a:ext cx="4482540" cy="2314583"/>
            <a:chOff x="12584127" y="3424718"/>
            <a:chExt cx="4482540" cy="2314583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84127" y="3424718"/>
              <a:ext cx="4482540" cy="231458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7555556" y="6234539"/>
            <a:ext cx="4482540" cy="2314583"/>
            <a:chOff x="7555556" y="6234539"/>
            <a:chExt cx="4482540" cy="2314583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55556" y="6234539"/>
              <a:ext cx="4482540" cy="2314583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584127" y="6234539"/>
            <a:ext cx="4482540" cy="2314583"/>
            <a:chOff x="12584127" y="6234539"/>
            <a:chExt cx="4482540" cy="2314583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84127" y="6234539"/>
              <a:ext cx="4482540" cy="231458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295238" y="3365375"/>
            <a:ext cx="5445532" cy="5187300"/>
            <a:chOff x="1295238" y="3365375"/>
            <a:chExt cx="5445532" cy="5187300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5238" y="3365375"/>
              <a:ext cx="5445532" cy="518730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30" name="Object 30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379358" y="1285003"/>
            <a:ext cx="1476200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33" name="Object 33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미리컴퍼니 소개</a:t>
            </a:r>
            <a:endParaRPr lang="en-US" dirty="0"/>
          </a:p>
        </p:txBody>
      </p:sp>
      <p:sp>
        <p:nvSpPr>
          <p:cNvPr id="34" name="Object 34"/>
          <p:cNvSpPr txBox="1"/>
          <p:nvPr/>
        </p:nvSpPr>
        <p:spPr>
          <a:xfrm>
            <a:off x="7361905" y="1512994"/>
            <a:ext cx="5285714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Miricompany Overview</a:t>
            </a:r>
            <a:endParaRPr lang="en-US" dirty="0"/>
          </a:p>
        </p:txBody>
      </p:sp>
      <p:sp>
        <p:nvSpPr>
          <p:cNvPr id="35" name="Object 35"/>
          <p:cNvSpPr txBox="1"/>
          <p:nvPr/>
        </p:nvSpPr>
        <p:spPr>
          <a:xfrm>
            <a:off x="7916495" y="3871858"/>
            <a:ext cx="3542624" cy="11651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20XX.10</a:t>
            </a:r>
            <a:endParaRPr lang="en-US" dirty="0"/>
          </a:p>
        </p:txBody>
      </p:sp>
      <p:sp>
        <p:nvSpPr>
          <p:cNvPr id="36" name="Object 36"/>
          <p:cNvSpPr txBox="1"/>
          <p:nvPr/>
        </p:nvSpPr>
        <p:spPr>
          <a:xfrm>
            <a:off x="7916495" y="3679268"/>
            <a:ext cx="3385482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37" name="Object 37"/>
          <p:cNvSpPr txBox="1"/>
          <p:nvPr/>
        </p:nvSpPr>
        <p:spPr>
          <a:xfrm>
            <a:off x="7916495" y="4969953"/>
            <a:ext cx="5882400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내용을 입력해주세요.</a:t>
            </a:r>
            <a:endParaRPr lang="en-US" dirty="0"/>
          </a:p>
        </p:txBody>
      </p:sp>
      <p:grpSp>
        <p:nvGrpSpPr>
          <p:cNvPr id="1011" name="그룹 1011"/>
          <p:cNvGrpSpPr/>
          <p:nvPr/>
        </p:nvGrpSpPr>
        <p:grpSpPr>
          <a:xfrm>
            <a:off x="7916495" y="4878347"/>
            <a:ext cx="3496959" cy="14286"/>
            <a:chOff x="7916495" y="4878347"/>
            <a:chExt cx="3496959" cy="14286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16495" y="4878347"/>
              <a:ext cx="3496959" cy="14286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2980952" y="3890902"/>
            <a:ext cx="1871312" cy="11651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1500</a:t>
            </a:r>
            <a:endParaRPr lang="en-US" dirty="0"/>
          </a:p>
        </p:txBody>
      </p:sp>
      <p:sp>
        <p:nvSpPr>
          <p:cNvPr id="42" name="Object 42"/>
          <p:cNvSpPr txBox="1"/>
          <p:nvPr/>
        </p:nvSpPr>
        <p:spPr>
          <a:xfrm>
            <a:off x="12980952" y="3698316"/>
            <a:ext cx="2766667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43" name="Object 43"/>
          <p:cNvSpPr txBox="1"/>
          <p:nvPr/>
        </p:nvSpPr>
        <p:spPr>
          <a:xfrm>
            <a:off x="12980952" y="4989000"/>
            <a:ext cx="5882400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내용을 입력해주세요.</a:t>
            </a:r>
            <a:endParaRPr lang="en-US" dirty="0"/>
          </a:p>
        </p:txBody>
      </p:sp>
      <p:grpSp>
        <p:nvGrpSpPr>
          <p:cNvPr id="1012" name="그룹 1012"/>
          <p:cNvGrpSpPr/>
          <p:nvPr/>
        </p:nvGrpSpPr>
        <p:grpSpPr>
          <a:xfrm>
            <a:off x="12980952" y="4897394"/>
            <a:ext cx="3496959" cy="14286"/>
            <a:chOff x="12980952" y="4897394"/>
            <a:chExt cx="3496959" cy="14286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80952" y="4897394"/>
              <a:ext cx="3496959" cy="14286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916495" y="6698959"/>
            <a:ext cx="2926914" cy="11651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10,850</a:t>
            </a:r>
            <a:endParaRPr lang="en-US" dirty="0"/>
          </a:p>
        </p:txBody>
      </p:sp>
      <p:sp>
        <p:nvSpPr>
          <p:cNvPr id="48" name="Object 48"/>
          <p:cNvSpPr txBox="1"/>
          <p:nvPr/>
        </p:nvSpPr>
        <p:spPr>
          <a:xfrm>
            <a:off x="7916495" y="6515895"/>
            <a:ext cx="2969771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49" name="Object 49"/>
          <p:cNvSpPr txBox="1"/>
          <p:nvPr/>
        </p:nvSpPr>
        <p:spPr>
          <a:xfrm>
            <a:off x="7916495" y="7806579"/>
            <a:ext cx="5882400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내용을 입력해주세요.</a:t>
            </a:r>
            <a:endParaRPr lang="en-US" dirty="0"/>
          </a:p>
        </p:txBody>
      </p:sp>
      <p:grpSp>
        <p:nvGrpSpPr>
          <p:cNvPr id="1013" name="그룹 1013"/>
          <p:cNvGrpSpPr/>
          <p:nvPr/>
        </p:nvGrpSpPr>
        <p:grpSpPr>
          <a:xfrm>
            <a:off x="7916495" y="7714973"/>
            <a:ext cx="3496959" cy="14286"/>
            <a:chOff x="7916495" y="7714973"/>
            <a:chExt cx="3496959" cy="14286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16495" y="7714973"/>
              <a:ext cx="3496959" cy="14286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12980952" y="6698959"/>
            <a:ext cx="1599884" cy="11651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860</a:t>
            </a:r>
            <a:endParaRPr lang="en-US" dirty="0"/>
          </a:p>
        </p:txBody>
      </p:sp>
      <p:sp>
        <p:nvSpPr>
          <p:cNvPr id="54" name="Object 54"/>
          <p:cNvSpPr txBox="1"/>
          <p:nvPr/>
        </p:nvSpPr>
        <p:spPr>
          <a:xfrm>
            <a:off x="12980952" y="6515895"/>
            <a:ext cx="3093675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55" name="Object 55"/>
          <p:cNvSpPr txBox="1"/>
          <p:nvPr/>
        </p:nvSpPr>
        <p:spPr>
          <a:xfrm>
            <a:off x="12980952" y="7806579"/>
            <a:ext cx="5882400" cy="4474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내용을 입력해주세요.</a:t>
            </a:r>
            <a:endParaRPr lang="en-US" dirty="0"/>
          </a:p>
        </p:txBody>
      </p:sp>
      <p:grpSp>
        <p:nvGrpSpPr>
          <p:cNvPr id="1014" name="그룹 1014"/>
          <p:cNvGrpSpPr/>
          <p:nvPr/>
        </p:nvGrpSpPr>
        <p:grpSpPr>
          <a:xfrm>
            <a:off x="12980952" y="7714973"/>
            <a:ext cx="3496959" cy="14286"/>
            <a:chOff x="12980952" y="7714973"/>
            <a:chExt cx="3496959" cy="14286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80952" y="7714973"/>
              <a:ext cx="3496959" cy="14286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14266589" y="4258982"/>
            <a:ext cx="458407" cy="5709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%</a:t>
            </a:r>
            <a:endParaRPr lang="en-US" dirty="0"/>
          </a:p>
        </p:txBody>
      </p:sp>
      <p:sp>
        <p:nvSpPr>
          <p:cNvPr id="60" name="Object 60"/>
          <p:cNvSpPr txBox="1"/>
          <p:nvPr/>
        </p:nvSpPr>
        <p:spPr>
          <a:xfrm>
            <a:off x="9648724" y="7107012"/>
            <a:ext cx="787139" cy="5709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개</a:t>
            </a:r>
            <a:endParaRPr lang="en-US" dirty="0"/>
          </a:p>
        </p:txBody>
      </p:sp>
      <p:sp>
        <p:nvSpPr>
          <p:cNvPr id="61" name="Object 61"/>
          <p:cNvSpPr txBox="1"/>
          <p:nvPr/>
        </p:nvSpPr>
        <p:spPr>
          <a:xfrm>
            <a:off x="14121108" y="7107012"/>
            <a:ext cx="579300" cy="5709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명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2063" y="3302904"/>
            <a:ext cx="5440786" cy="5182845"/>
            <a:chOff x="1292063" y="3302904"/>
            <a:chExt cx="5440786" cy="518284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2063" y="3302904"/>
              <a:ext cx="5440786" cy="518284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580952" y="3301445"/>
            <a:ext cx="9407143" cy="1496175"/>
            <a:chOff x="7580952" y="3301445"/>
            <a:chExt cx="9407143" cy="149617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0952" y="3301445"/>
              <a:ext cx="9407143" cy="149617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580952" y="5142857"/>
            <a:ext cx="9407143" cy="1496175"/>
            <a:chOff x="7580952" y="5142857"/>
            <a:chExt cx="9407143" cy="1496175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0952" y="5142857"/>
              <a:ext cx="9407143" cy="149617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7580952" y="6984270"/>
            <a:ext cx="9407143" cy="1496175"/>
            <a:chOff x="7580952" y="6984270"/>
            <a:chExt cx="9407143" cy="1496175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0952" y="6984270"/>
              <a:ext cx="9407143" cy="149617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27" name="Object 27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79358" y="1285003"/>
            <a:ext cx="1476200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30" name="Object 30"/>
          <p:cNvSpPr txBox="1"/>
          <p:nvPr/>
        </p:nvSpPr>
        <p:spPr>
          <a:xfrm>
            <a:off x="3380952" y="1184367"/>
            <a:ext cx="6300000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미리컴퍼니 소개</a:t>
            </a:r>
            <a:endParaRPr lang="en-US" dirty="0"/>
          </a:p>
        </p:txBody>
      </p:sp>
      <p:sp>
        <p:nvSpPr>
          <p:cNvPr id="31" name="Object 31"/>
          <p:cNvSpPr txBox="1"/>
          <p:nvPr/>
        </p:nvSpPr>
        <p:spPr>
          <a:xfrm>
            <a:off x="7361905" y="1512994"/>
            <a:ext cx="5285714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Miricompany Overview</a:t>
            </a:r>
            <a:endParaRPr lang="en-US" dirty="0"/>
          </a:p>
        </p:txBody>
      </p:sp>
      <p:sp>
        <p:nvSpPr>
          <p:cNvPr id="32" name="Object 32"/>
          <p:cNvSpPr txBox="1"/>
          <p:nvPr/>
        </p:nvSpPr>
        <p:spPr>
          <a:xfrm>
            <a:off x="7464574" y="3421983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33" name="Object 33"/>
          <p:cNvSpPr txBox="1"/>
          <p:nvPr/>
        </p:nvSpPr>
        <p:spPr>
          <a:xfrm>
            <a:off x="9076190" y="3933611"/>
            <a:ext cx="235975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34" name="Object 34"/>
          <p:cNvSpPr txBox="1"/>
          <p:nvPr/>
        </p:nvSpPr>
        <p:spPr>
          <a:xfrm>
            <a:off x="11056286" y="3770792"/>
            <a:ext cx="7344117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입력해주세요. 좌측 프레임에는 주제와 관련된 이미지를 넣을 수 있습니다.</a:t>
            </a:r>
            <a:endParaRPr lang="en-US" dirty="0"/>
          </a:p>
        </p:txBody>
      </p:sp>
      <p:sp>
        <p:nvSpPr>
          <p:cNvPr id="35" name="Object 35"/>
          <p:cNvSpPr txBox="1"/>
          <p:nvPr/>
        </p:nvSpPr>
        <p:spPr>
          <a:xfrm>
            <a:off x="7464574" y="5230693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36" name="Object 36"/>
          <p:cNvSpPr txBox="1"/>
          <p:nvPr/>
        </p:nvSpPr>
        <p:spPr>
          <a:xfrm>
            <a:off x="9076190" y="5741859"/>
            <a:ext cx="235975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37" name="Object 37"/>
          <p:cNvSpPr txBox="1"/>
          <p:nvPr/>
        </p:nvSpPr>
        <p:spPr>
          <a:xfrm>
            <a:off x="11056286" y="5579040"/>
            <a:ext cx="7344117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입력해주세요. 좌측 프레임에는 주제와 관련된 이미지를 넣을 수 있습니다.</a:t>
            </a:r>
            <a:endParaRPr lang="en-US" dirty="0"/>
          </a:p>
        </p:txBody>
      </p:sp>
      <p:sp>
        <p:nvSpPr>
          <p:cNvPr id="38" name="Object 38"/>
          <p:cNvSpPr txBox="1"/>
          <p:nvPr/>
        </p:nvSpPr>
        <p:spPr>
          <a:xfrm>
            <a:off x="7464574" y="7077497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39" name="Object 39"/>
          <p:cNvSpPr txBox="1"/>
          <p:nvPr/>
        </p:nvSpPr>
        <p:spPr>
          <a:xfrm>
            <a:off x="9076194" y="7579598"/>
            <a:ext cx="235975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40" name="Object 40"/>
          <p:cNvSpPr txBox="1"/>
          <p:nvPr/>
        </p:nvSpPr>
        <p:spPr>
          <a:xfrm>
            <a:off x="11056286" y="7416779"/>
            <a:ext cx="7344117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입력해주세요. 좌측 프레임에는 주제와 관련된 이미지를 넣을 수 있습니다.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6653968" y="3301445"/>
            <a:ext cx="10334127" cy="1166088"/>
            <a:chOff x="6653968" y="3301445"/>
            <a:chExt cx="10334127" cy="116608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3968" y="3301445"/>
              <a:ext cx="10334127" cy="116608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6653968" y="4671213"/>
            <a:ext cx="10334127" cy="1166088"/>
            <a:chOff x="6653968" y="4671213"/>
            <a:chExt cx="10334127" cy="116608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3968" y="4671213"/>
              <a:ext cx="10334127" cy="116608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653968" y="6040981"/>
            <a:ext cx="10334127" cy="1166088"/>
            <a:chOff x="6653968" y="6040981"/>
            <a:chExt cx="10334127" cy="1166088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3968" y="6040981"/>
              <a:ext cx="10334127" cy="116608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653968" y="7410750"/>
            <a:ext cx="10334127" cy="1166088"/>
            <a:chOff x="6653968" y="7410750"/>
            <a:chExt cx="10334127" cy="1166088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3968" y="7410750"/>
              <a:ext cx="10334127" cy="1166088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333333" y="3304762"/>
            <a:ext cx="4495238" cy="5272076"/>
            <a:chOff x="1333333" y="3304762"/>
            <a:chExt cx="4495238" cy="5272076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3333" y="3304762"/>
              <a:ext cx="4495238" cy="527207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30" name="Object 30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379358" y="1285003"/>
            <a:ext cx="1476200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33" name="Object 33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미리컴퍼니 소개</a:t>
            </a:r>
            <a:endParaRPr lang="en-US" dirty="0"/>
          </a:p>
        </p:txBody>
      </p:sp>
      <p:sp>
        <p:nvSpPr>
          <p:cNvPr id="34" name="Object 34"/>
          <p:cNvSpPr txBox="1"/>
          <p:nvPr/>
        </p:nvSpPr>
        <p:spPr>
          <a:xfrm>
            <a:off x="7361905" y="1512994"/>
            <a:ext cx="5285714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Miricompany Overview</a:t>
            </a:r>
            <a:endParaRPr lang="en-US" dirty="0"/>
          </a:p>
        </p:txBody>
      </p:sp>
      <p:sp>
        <p:nvSpPr>
          <p:cNvPr id="35" name="Object 35"/>
          <p:cNvSpPr txBox="1"/>
          <p:nvPr/>
        </p:nvSpPr>
        <p:spPr>
          <a:xfrm>
            <a:off x="1831285" y="4957904"/>
            <a:ext cx="3402328" cy="8671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36" name="Object 36"/>
          <p:cNvSpPr txBox="1"/>
          <p:nvPr/>
        </p:nvSpPr>
        <p:spPr>
          <a:xfrm>
            <a:off x="1034715" y="6101158"/>
            <a:ext cx="4995468" cy="18557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입력해주세요. 도형의 크기를 상하좌우로 키워 사용해보세요. 미리캔버스에서 나만의 디자인을 자유롭게 만들어보세요.</a:t>
            </a:r>
            <a:endParaRPr lang="en-US" dirty="0"/>
          </a:p>
        </p:txBody>
      </p:sp>
      <p:grpSp>
        <p:nvGrpSpPr>
          <p:cNvPr id="1011" name="그룹 1011"/>
          <p:cNvGrpSpPr/>
          <p:nvPr/>
        </p:nvGrpSpPr>
        <p:grpSpPr>
          <a:xfrm>
            <a:off x="1783969" y="5911947"/>
            <a:ext cx="3496959" cy="14286"/>
            <a:chOff x="1783969" y="5911947"/>
            <a:chExt cx="3496959" cy="14286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83969" y="5911947"/>
              <a:ext cx="3496959" cy="14286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6547906" y="340293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41" name="Object 41"/>
          <p:cNvSpPr txBox="1"/>
          <p:nvPr/>
        </p:nvSpPr>
        <p:spPr>
          <a:xfrm>
            <a:off x="8294369" y="3743599"/>
            <a:ext cx="235975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42" name="Object 42"/>
          <p:cNvSpPr txBox="1"/>
          <p:nvPr/>
        </p:nvSpPr>
        <p:spPr>
          <a:xfrm>
            <a:off x="10191333" y="3817254"/>
            <a:ext cx="7344117" cy="4357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자유롭게 입력해주세요.</a:t>
            </a:r>
            <a:endParaRPr lang="en-US" dirty="0"/>
          </a:p>
        </p:txBody>
      </p:sp>
      <p:sp>
        <p:nvSpPr>
          <p:cNvPr id="43" name="Object 43"/>
          <p:cNvSpPr txBox="1"/>
          <p:nvPr/>
        </p:nvSpPr>
        <p:spPr>
          <a:xfrm>
            <a:off x="6547906" y="4771555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44" name="Object 44"/>
          <p:cNvSpPr txBox="1"/>
          <p:nvPr/>
        </p:nvSpPr>
        <p:spPr>
          <a:xfrm>
            <a:off x="8294369" y="5105090"/>
            <a:ext cx="235975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45" name="Object 45"/>
          <p:cNvSpPr txBox="1"/>
          <p:nvPr/>
        </p:nvSpPr>
        <p:spPr>
          <a:xfrm>
            <a:off x="10191333" y="5181919"/>
            <a:ext cx="7344117" cy="4357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자유롭게 입력해주세요.</a:t>
            </a:r>
            <a:endParaRPr lang="en-US" dirty="0"/>
          </a:p>
        </p:txBody>
      </p:sp>
      <p:sp>
        <p:nvSpPr>
          <p:cNvPr id="46" name="Object 46"/>
          <p:cNvSpPr txBox="1"/>
          <p:nvPr/>
        </p:nvSpPr>
        <p:spPr>
          <a:xfrm>
            <a:off x="6547906" y="6133002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47" name="Object 47"/>
          <p:cNvSpPr txBox="1"/>
          <p:nvPr/>
        </p:nvSpPr>
        <p:spPr>
          <a:xfrm>
            <a:off x="8294369" y="6466580"/>
            <a:ext cx="235975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48" name="Object 48"/>
          <p:cNvSpPr txBox="1"/>
          <p:nvPr/>
        </p:nvSpPr>
        <p:spPr>
          <a:xfrm>
            <a:off x="10191333" y="6546583"/>
            <a:ext cx="7344117" cy="4357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자유롭게 입력해주세요.</a:t>
            </a:r>
            <a:endParaRPr lang="en-US" dirty="0"/>
          </a:p>
        </p:txBody>
      </p:sp>
      <p:sp>
        <p:nvSpPr>
          <p:cNvPr id="49" name="Object 49"/>
          <p:cNvSpPr txBox="1"/>
          <p:nvPr/>
        </p:nvSpPr>
        <p:spPr>
          <a:xfrm>
            <a:off x="6547906" y="7506450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04</a:t>
            </a:r>
            <a:endParaRPr lang="en-US" dirty="0"/>
          </a:p>
        </p:txBody>
      </p:sp>
      <p:sp>
        <p:nvSpPr>
          <p:cNvPr id="50" name="Object 50"/>
          <p:cNvSpPr txBox="1"/>
          <p:nvPr/>
        </p:nvSpPr>
        <p:spPr>
          <a:xfrm>
            <a:off x="8294369" y="7828070"/>
            <a:ext cx="235975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51" name="Object 51"/>
          <p:cNvSpPr txBox="1"/>
          <p:nvPr/>
        </p:nvSpPr>
        <p:spPr>
          <a:xfrm>
            <a:off x="10191333" y="7911248"/>
            <a:ext cx="7344117" cy="4357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자유롭게 입력해주세요.</a:t>
            </a:r>
            <a:endParaRPr lang="en-US" dirty="0"/>
          </a:p>
        </p:txBody>
      </p:sp>
      <p:grpSp>
        <p:nvGrpSpPr>
          <p:cNvPr id="1012" name="그룹 1012"/>
          <p:cNvGrpSpPr/>
          <p:nvPr/>
        </p:nvGrpSpPr>
        <p:grpSpPr>
          <a:xfrm>
            <a:off x="3264010" y="3652238"/>
            <a:ext cx="527572" cy="527610"/>
            <a:chOff x="3264010" y="3652238"/>
            <a:chExt cx="527572" cy="527610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64010" y="3652238"/>
              <a:ext cx="527572" cy="5276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49206" y="3453825"/>
            <a:ext cx="3317460" cy="5165222"/>
            <a:chOff x="1349206" y="3453825"/>
            <a:chExt cx="3317460" cy="516522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9206" y="3453825"/>
              <a:ext cx="3317460" cy="516522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458201" y="3453825"/>
            <a:ext cx="3317460" cy="5165222"/>
            <a:chOff x="5458201" y="3453825"/>
            <a:chExt cx="3317460" cy="516522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8201" y="3453825"/>
              <a:ext cx="3317460" cy="516522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567196" y="3453825"/>
            <a:ext cx="3317460" cy="5165222"/>
            <a:chOff x="9567196" y="3453825"/>
            <a:chExt cx="3317460" cy="5165222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67196" y="3453825"/>
              <a:ext cx="3317460" cy="516522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3676190" y="3453825"/>
            <a:ext cx="3317460" cy="5165222"/>
            <a:chOff x="13676190" y="3453825"/>
            <a:chExt cx="3317460" cy="5165222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6190" y="3453825"/>
              <a:ext cx="3317460" cy="516522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-371429" y="6080447"/>
            <a:ext cx="2065303" cy="176040"/>
            <a:chOff x="-371429" y="6080447"/>
            <a:chExt cx="2065303" cy="176040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71429" y="6080447"/>
              <a:ext cx="2065303" cy="176040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796825" y="6080447"/>
            <a:ext cx="1097202" cy="176040"/>
            <a:chOff x="8796825" y="6080447"/>
            <a:chExt cx="1097202" cy="176040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96825" y="6080447"/>
              <a:ext cx="1097202" cy="17604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4723810" y="6080447"/>
            <a:ext cx="1097202" cy="176040"/>
            <a:chOff x="4723810" y="6080447"/>
            <a:chExt cx="1097202" cy="176040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3810" y="6080447"/>
              <a:ext cx="1097202" cy="17604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2932275" y="6080447"/>
            <a:ext cx="1097202" cy="176040"/>
            <a:chOff x="12932275" y="6080447"/>
            <a:chExt cx="1097202" cy="176040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32275" y="6080447"/>
              <a:ext cx="1097202" cy="176040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7003183" y="6080447"/>
            <a:ext cx="1673008" cy="176040"/>
            <a:chOff x="17003183" y="6080447"/>
            <a:chExt cx="1673008" cy="176040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03183" y="6080447"/>
              <a:ext cx="1673008" cy="176040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2706344" y="4701587"/>
            <a:ext cx="880952" cy="400794"/>
            <a:chOff x="2706344" y="4701587"/>
            <a:chExt cx="880952" cy="400794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6344" y="4701587"/>
              <a:ext cx="880952" cy="400794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6784389" y="4701587"/>
            <a:ext cx="880952" cy="400794"/>
            <a:chOff x="6784389" y="4701587"/>
            <a:chExt cx="880952" cy="400794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84389" y="4701587"/>
              <a:ext cx="880952" cy="400794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0940054" y="4701587"/>
            <a:ext cx="880952" cy="400794"/>
            <a:chOff x="10940054" y="4701587"/>
            <a:chExt cx="880952" cy="400794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40054" y="4701587"/>
              <a:ext cx="880952" cy="400794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4980004" y="4701587"/>
            <a:ext cx="880952" cy="400794"/>
            <a:chOff x="14980004" y="4701587"/>
            <a:chExt cx="880952" cy="400794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80004" y="4701587"/>
              <a:ext cx="880952" cy="400794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18" name="그룹 1018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52" name="Object 5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54" name="Object 54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57" name="Object 57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운영 프로세스</a:t>
            </a:r>
            <a:endParaRPr lang="en-US" dirty="0"/>
          </a:p>
        </p:txBody>
      </p:sp>
      <p:sp>
        <p:nvSpPr>
          <p:cNvPr id="58" name="Object 58"/>
          <p:cNvSpPr txBox="1"/>
          <p:nvPr/>
        </p:nvSpPr>
        <p:spPr>
          <a:xfrm>
            <a:off x="8813752" y="1512995"/>
            <a:ext cx="7000679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Operation Process</a:t>
            </a:r>
            <a:endParaRPr lang="en-US" dirty="0"/>
          </a:p>
        </p:txBody>
      </p:sp>
      <p:grpSp>
        <p:nvGrpSpPr>
          <p:cNvPr id="1019" name="그룹 1019"/>
          <p:cNvGrpSpPr/>
          <p:nvPr/>
        </p:nvGrpSpPr>
        <p:grpSpPr>
          <a:xfrm>
            <a:off x="1594305" y="3689300"/>
            <a:ext cx="410862" cy="462421"/>
            <a:chOff x="1594305" y="3689300"/>
            <a:chExt cx="410862" cy="462421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94305" y="3689300"/>
              <a:ext cx="410862" cy="462421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9832276" y="3731067"/>
            <a:ext cx="378901" cy="378886"/>
            <a:chOff x="9832276" y="3731067"/>
            <a:chExt cx="378901" cy="378886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32276" y="3731067"/>
              <a:ext cx="378901" cy="378886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5695920" y="3702455"/>
            <a:ext cx="436079" cy="436111"/>
            <a:chOff x="5695920" y="3702455"/>
            <a:chExt cx="436079" cy="436111"/>
          </a:xfrm>
        </p:grpSpPr>
        <p:pic>
          <p:nvPicPr>
            <p:cNvPr id="66" name="Object 6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95920" y="3702455"/>
              <a:ext cx="436079" cy="436111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13930501" y="3709165"/>
            <a:ext cx="422786" cy="422690"/>
            <a:chOff x="13930501" y="3709165"/>
            <a:chExt cx="422786" cy="422690"/>
          </a:xfrm>
        </p:grpSpPr>
        <p:pic>
          <p:nvPicPr>
            <p:cNvPr id="69" name="Object 6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930501" y="3709165"/>
              <a:ext cx="422786" cy="422690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1467054" y="5234389"/>
            <a:ext cx="3359533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72" name="Object 72"/>
          <p:cNvSpPr txBox="1"/>
          <p:nvPr/>
        </p:nvSpPr>
        <p:spPr>
          <a:xfrm>
            <a:off x="5545098" y="5234389"/>
            <a:ext cx="3359533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73" name="Object 73"/>
          <p:cNvSpPr txBox="1"/>
          <p:nvPr/>
        </p:nvSpPr>
        <p:spPr>
          <a:xfrm>
            <a:off x="9700764" y="5234389"/>
            <a:ext cx="3359533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74" name="Object 74"/>
          <p:cNvSpPr txBox="1"/>
          <p:nvPr/>
        </p:nvSpPr>
        <p:spPr>
          <a:xfrm>
            <a:off x="13740713" y="5234389"/>
            <a:ext cx="3359533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75" name="Object 75"/>
          <p:cNvSpPr txBox="1"/>
          <p:nvPr/>
        </p:nvSpPr>
        <p:spPr>
          <a:xfrm>
            <a:off x="2567058" y="4697957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1</a:t>
            </a:r>
            <a:endParaRPr lang="en-US" dirty="0"/>
          </a:p>
        </p:txBody>
      </p:sp>
      <p:sp>
        <p:nvSpPr>
          <p:cNvPr id="76" name="Object 76"/>
          <p:cNvSpPr txBox="1"/>
          <p:nvPr/>
        </p:nvSpPr>
        <p:spPr>
          <a:xfrm>
            <a:off x="6645103" y="4697959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2</a:t>
            </a:r>
            <a:endParaRPr lang="en-US" dirty="0"/>
          </a:p>
        </p:txBody>
      </p:sp>
      <p:sp>
        <p:nvSpPr>
          <p:cNvPr id="77" name="Object 77"/>
          <p:cNvSpPr txBox="1"/>
          <p:nvPr/>
        </p:nvSpPr>
        <p:spPr>
          <a:xfrm>
            <a:off x="10800768" y="4707483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3</a:t>
            </a:r>
            <a:endParaRPr lang="en-US" dirty="0"/>
          </a:p>
        </p:txBody>
      </p:sp>
      <p:sp>
        <p:nvSpPr>
          <p:cNvPr id="78" name="Object 78"/>
          <p:cNvSpPr txBox="1"/>
          <p:nvPr/>
        </p:nvSpPr>
        <p:spPr>
          <a:xfrm>
            <a:off x="14840718" y="4707483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4</a:t>
            </a:r>
            <a:endParaRPr lang="en-US" dirty="0"/>
          </a:p>
        </p:txBody>
      </p:sp>
      <p:sp>
        <p:nvSpPr>
          <p:cNvPr id="79" name="Object 79"/>
          <p:cNvSpPr txBox="1"/>
          <p:nvPr/>
        </p:nvSpPr>
        <p:spPr>
          <a:xfrm>
            <a:off x="1347290" y="5675809"/>
            <a:ext cx="3599061" cy="28078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핵심 키워드와 관련된 내용을 입력해주세요. 순서와 프로세스와 관련된 내용을입력할 수 있는 레이아웃 입니다. 도형의 크기를 자유 롭게 변형해보세요.</a:t>
            </a:r>
            <a:endParaRPr lang="en-US" dirty="0"/>
          </a:p>
        </p:txBody>
      </p:sp>
      <p:sp>
        <p:nvSpPr>
          <p:cNvPr id="80" name="Object 80"/>
          <p:cNvSpPr txBox="1"/>
          <p:nvPr/>
        </p:nvSpPr>
        <p:spPr>
          <a:xfrm>
            <a:off x="5425335" y="5675809"/>
            <a:ext cx="3599061" cy="28078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핵심 키워드와 관련된 내용을 입력해주세요. 순서와 프로세스와 관련된 내용을입력할 수 있는 레이아웃 입니다. 도형의 크기를 자유 롭게 변형해보세요.</a:t>
            </a:r>
            <a:endParaRPr lang="en-US" dirty="0"/>
          </a:p>
        </p:txBody>
      </p:sp>
      <p:sp>
        <p:nvSpPr>
          <p:cNvPr id="81" name="Object 81"/>
          <p:cNvSpPr txBox="1"/>
          <p:nvPr/>
        </p:nvSpPr>
        <p:spPr>
          <a:xfrm>
            <a:off x="9581000" y="5675809"/>
            <a:ext cx="3599061" cy="28078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핵심 키워드와 관련된 내용을 입력해주세요. 순서와 프로세스와 관련된 내용을입력할 수 있는 레이아웃 입니다. 도형의 크기를 자유 롭게 변형해보세요.</a:t>
            </a:r>
            <a:endParaRPr lang="en-US" dirty="0"/>
          </a:p>
        </p:txBody>
      </p:sp>
      <p:sp>
        <p:nvSpPr>
          <p:cNvPr id="82" name="Object 82"/>
          <p:cNvSpPr txBox="1"/>
          <p:nvPr/>
        </p:nvSpPr>
        <p:spPr>
          <a:xfrm>
            <a:off x="13620949" y="5675809"/>
            <a:ext cx="3599061" cy="28078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핵심 키워드와 관련된 내용을 입력해주세요. 순서와 프로세스와 관련된 내용을입력할 수 있는 레이아웃 입니다. 도형의 크기를 자유 롭게 변형해보세요.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49206" y="3453825"/>
            <a:ext cx="2784127" cy="5165222"/>
            <a:chOff x="1349206" y="3453825"/>
            <a:chExt cx="2784127" cy="516522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9206" y="3453825"/>
              <a:ext cx="2784127" cy="516522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371429" y="6080447"/>
            <a:ext cx="2065303" cy="176040"/>
            <a:chOff x="-371429" y="6080447"/>
            <a:chExt cx="2065303" cy="176040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71429" y="6080447"/>
              <a:ext cx="2065303" cy="17604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21" name="Object 21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24" name="Object 24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운영 프로세스</a:t>
            </a:r>
            <a:endParaRPr lang="en-US" dirty="0"/>
          </a:p>
        </p:txBody>
      </p:sp>
      <p:sp>
        <p:nvSpPr>
          <p:cNvPr id="25" name="Object 25"/>
          <p:cNvSpPr txBox="1"/>
          <p:nvPr/>
        </p:nvSpPr>
        <p:spPr>
          <a:xfrm>
            <a:off x="8813752" y="1512995"/>
            <a:ext cx="7000679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Operation Process</a:t>
            </a:r>
            <a:endParaRPr lang="en-US" dirty="0"/>
          </a:p>
        </p:txBody>
      </p:sp>
      <p:grpSp>
        <p:nvGrpSpPr>
          <p:cNvPr id="1008" name="그룹 1008"/>
          <p:cNvGrpSpPr/>
          <p:nvPr/>
        </p:nvGrpSpPr>
        <p:grpSpPr>
          <a:xfrm>
            <a:off x="1594305" y="3689300"/>
            <a:ext cx="410862" cy="462421"/>
            <a:chOff x="1594305" y="3689300"/>
            <a:chExt cx="410862" cy="462421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94305" y="3689300"/>
              <a:ext cx="410862" cy="462421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4566669" y="3453825"/>
            <a:ext cx="2784127" cy="5165222"/>
            <a:chOff x="4566669" y="3453825"/>
            <a:chExt cx="2784127" cy="5165222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6669" y="3453825"/>
              <a:ext cx="2784127" cy="5165222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7784131" y="3453825"/>
            <a:ext cx="2784127" cy="5165222"/>
            <a:chOff x="7784131" y="3453825"/>
            <a:chExt cx="2784127" cy="5165222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4131" y="3453825"/>
              <a:ext cx="2784127" cy="5165222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1001594" y="3453825"/>
            <a:ext cx="2784127" cy="5165222"/>
            <a:chOff x="11001594" y="3453825"/>
            <a:chExt cx="2784127" cy="5165222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1594" y="3453825"/>
              <a:ext cx="2784127" cy="516522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4219056" y="3453825"/>
            <a:ext cx="2784127" cy="5165222"/>
            <a:chOff x="14219056" y="3453825"/>
            <a:chExt cx="2784127" cy="5165222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19056" y="3453825"/>
              <a:ext cx="2784127" cy="5165222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4133333" y="6080447"/>
            <a:ext cx="793387" cy="176040"/>
            <a:chOff x="4133333" y="6080447"/>
            <a:chExt cx="793387" cy="176040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33333" y="6080447"/>
              <a:ext cx="793387" cy="176040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7350928" y="6080447"/>
            <a:ext cx="793387" cy="176040"/>
            <a:chOff x="7350928" y="6080447"/>
            <a:chExt cx="793387" cy="176040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50928" y="6080447"/>
              <a:ext cx="793387" cy="176040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0568258" y="6080447"/>
            <a:ext cx="793387" cy="176040"/>
            <a:chOff x="10568258" y="6080447"/>
            <a:chExt cx="793387" cy="176040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68258" y="6080447"/>
              <a:ext cx="793387" cy="176040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3785853" y="6080447"/>
            <a:ext cx="793387" cy="176040"/>
            <a:chOff x="13785853" y="6080447"/>
            <a:chExt cx="793387" cy="176040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85853" y="6080447"/>
              <a:ext cx="793387" cy="176040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7003183" y="6080447"/>
            <a:ext cx="1673008" cy="176040"/>
            <a:chOff x="17003183" y="6080447"/>
            <a:chExt cx="1673008" cy="176040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003183" y="6080447"/>
              <a:ext cx="1673008" cy="176040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8052251" y="3731067"/>
            <a:ext cx="378901" cy="378886"/>
            <a:chOff x="8052251" y="3731067"/>
            <a:chExt cx="378901" cy="378886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52251" y="3731067"/>
              <a:ext cx="378901" cy="378886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4814174" y="3702455"/>
            <a:ext cx="436079" cy="436111"/>
            <a:chOff x="4814174" y="3702455"/>
            <a:chExt cx="436079" cy="436111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14174" y="3702455"/>
              <a:ext cx="436079" cy="436111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11272756" y="3709165"/>
            <a:ext cx="422786" cy="422690"/>
            <a:chOff x="11272756" y="3709165"/>
            <a:chExt cx="422786" cy="422690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272756" y="3709165"/>
              <a:ext cx="422786" cy="422690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14444450" y="3638743"/>
            <a:ext cx="460055" cy="534229"/>
            <a:chOff x="14444450" y="3638743"/>
            <a:chExt cx="460055" cy="534229"/>
          </a:xfrm>
        </p:grpSpPr>
        <p:pic>
          <p:nvPicPr>
            <p:cNvPr id="66" name="Object 6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444450" y="3638743"/>
              <a:ext cx="460055" cy="534229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2436027" y="4654503"/>
            <a:ext cx="880952" cy="400794"/>
            <a:chOff x="2436027" y="4654503"/>
            <a:chExt cx="880952" cy="400794"/>
          </a:xfrm>
        </p:grpSpPr>
        <p:pic>
          <p:nvPicPr>
            <p:cNvPr id="69" name="Object 68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36027" y="4654503"/>
              <a:ext cx="880952" cy="400794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1534111" y="5187304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72" name="Object 72"/>
          <p:cNvSpPr txBox="1"/>
          <p:nvPr/>
        </p:nvSpPr>
        <p:spPr>
          <a:xfrm>
            <a:off x="2296742" y="4650872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1</a:t>
            </a:r>
            <a:endParaRPr lang="en-US" dirty="0"/>
          </a:p>
        </p:txBody>
      </p:sp>
      <p:sp>
        <p:nvSpPr>
          <p:cNvPr id="73" name="Object 73"/>
          <p:cNvSpPr txBox="1"/>
          <p:nvPr/>
        </p:nvSpPr>
        <p:spPr>
          <a:xfrm>
            <a:off x="1505548" y="5393437"/>
            <a:ext cx="2741911" cy="32839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키워드와 관련된 내용을 입력해주세요. 순서와 프로세스와 관련된 내용을입력할 수 있는 레이아웃 입니다. 도형의 크기를 자유</a:t>
            </a:r>
          </a:p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롭게 변형해보세요.</a:t>
            </a:r>
            <a:endParaRPr lang="en-US" dirty="0"/>
          </a:p>
        </p:txBody>
      </p:sp>
      <p:grpSp>
        <p:nvGrpSpPr>
          <p:cNvPr id="1023" name="그룹 1023"/>
          <p:cNvGrpSpPr/>
          <p:nvPr/>
        </p:nvGrpSpPr>
        <p:grpSpPr>
          <a:xfrm>
            <a:off x="5649102" y="4654503"/>
            <a:ext cx="880952" cy="400794"/>
            <a:chOff x="5649102" y="4654503"/>
            <a:chExt cx="880952" cy="400794"/>
          </a:xfrm>
        </p:grpSpPr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49102" y="4654503"/>
              <a:ext cx="880952" cy="400794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4747186" y="5187304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78" name="Object 78"/>
          <p:cNvSpPr txBox="1"/>
          <p:nvPr/>
        </p:nvSpPr>
        <p:spPr>
          <a:xfrm>
            <a:off x="5509813" y="4650873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2</a:t>
            </a:r>
            <a:endParaRPr lang="en-US" dirty="0"/>
          </a:p>
        </p:txBody>
      </p:sp>
      <p:sp>
        <p:nvSpPr>
          <p:cNvPr id="79" name="Object 79"/>
          <p:cNvSpPr txBox="1"/>
          <p:nvPr/>
        </p:nvSpPr>
        <p:spPr>
          <a:xfrm>
            <a:off x="4718623" y="5393437"/>
            <a:ext cx="2741911" cy="32839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키워드와 관련된 내용을 입력해주세요. 순서와 프로세스와 관련된 내용을입력할 수 있는 레이아웃 입니다. 도형의 크기를 자유</a:t>
            </a:r>
          </a:p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롭게 변형해보세요.</a:t>
            </a:r>
            <a:endParaRPr lang="en-US" dirty="0"/>
          </a:p>
        </p:txBody>
      </p:sp>
      <p:grpSp>
        <p:nvGrpSpPr>
          <p:cNvPr id="1024" name="그룹 1024"/>
          <p:cNvGrpSpPr/>
          <p:nvPr/>
        </p:nvGrpSpPr>
        <p:grpSpPr>
          <a:xfrm>
            <a:off x="8862176" y="4654503"/>
            <a:ext cx="880952" cy="400794"/>
            <a:chOff x="8862176" y="4654503"/>
            <a:chExt cx="880952" cy="400794"/>
          </a:xfrm>
        </p:grpSpPr>
        <p:pic>
          <p:nvPicPr>
            <p:cNvPr id="81" name="Object 8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62176" y="4654503"/>
              <a:ext cx="880952" cy="400794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7960260" y="5187304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84" name="Object 84"/>
          <p:cNvSpPr txBox="1"/>
          <p:nvPr/>
        </p:nvSpPr>
        <p:spPr>
          <a:xfrm>
            <a:off x="8722889" y="4650873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3</a:t>
            </a:r>
            <a:endParaRPr lang="en-US" dirty="0"/>
          </a:p>
        </p:txBody>
      </p:sp>
      <p:sp>
        <p:nvSpPr>
          <p:cNvPr id="85" name="Object 85"/>
          <p:cNvSpPr txBox="1"/>
          <p:nvPr/>
        </p:nvSpPr>
        <p:spPr>
          <a:xfrm>
            <a:off x="7931697" y="5393437"/>
            <a:ext cx="2741911" cy="32839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키워드와 관련된 내용을 입력해주세요. 순서와 프로세스와 관련된 내용을입력할 수 있는 레이아웃 입니다. 도형의 크기를 자유</a:t>
            </a:r>
          </a:p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롭게 변형해보세요.</a:t>
            </a:r>
            <a:endParaRPr lang="en-US" dirty="0"/>
          </a:p>
        </p:txBody>
      </p:sp>
      <p:grpSp>
        <p:nvGrpSpPr>
          <p:cNvPr id="1025" name="그룹 1025"/>
          <p:cNvGrpSpPr/>
          <p:nvPr/>
        </p:nvGrpSpPr>
        <p:grpSpPr>
          <a:xfrm>
            <a:off x="12075251" y="4654503"/>
            <a:ext cx="880952" cy="400794"/>
            <a:chOff x="12075251" y="4654503"/>
            <a:chExt cx="880952" cy="400794"/>
          </a:xfrm>
        </p:grpSpPr>
        <p:pic>
          <p:nvPicPr>
            <p:cNvPr id="87" name="Object 86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075251" y="4654503"/>
              <a:ext cx="880952" cy="400794"/>
            </a:xfrm>
            <a:prstGeom prst="rect">
              <a:avLst/>
            </a:prstGeom>
          </p:spPr>
        </p:pic>
      </p:grpSp>
      <p:sp>
        <p:nvSpPr>
          <p:cNvPr id="89" name="Object 89"/>
          <p:cNvSpPr txBox="1"/>
          <p:nvPr/>
        </p:nvSpPr>
        <p:spPr>
          <a:xfrm>
            <a:off x="11173335" y="5187304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90" name="Object 90"/>
          <p:cNvSpPr txBox="1"/>
          <p:nvPr/>
        </p:nvSpPr>
        <p:spPr>
          <a:xfrm>
            <a:off x="11935984" y="4650873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4</a:t>
            </a:r>
            <a:endParaRPr lang="en-US" dirty="0"/>
          </a:p>
        </p:txBody>
      </p:sp>
      <p:sp>
        <p:nvSpPr>
          <p:cNvPr id="91" name="Object 91"/>
          <p:cNvSpPr txBox="1"/>
          <p:nvPr/>
        </p:nvSpPr>
        <p:spPr>
          <a:xfrm>
            <a:off x="11144772" y="5393437"/>
            <a:ext cx="2741911" cy="32839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키워드와 관련된 내용을 입력해주세요. 순서와 프로세스와 관련된 내용을입력할 수 있는 레이아웃 입니다. 도형의 크기를 자유</a:t>
            </a:r>
          </a:p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롭게 변형해보세요.</a:t>
            </a:r>
            <a:endParaRPr lang="en-US" dirty="0"/>
          </a:p>
        </p:txBody>
      </p:sp>
      <p:grpSp>
        <p:nvGrpSpPr>
          <p:cNvPr id="1026" name="그룹 1026"/>
          <p:cNvGrpSpPr/>
          <p:nvPr/>
        </p:nvGrpSpPr>
        <p:grpSpPr>
          <a:xfrm>
            <a:off x="15288325" y="4654503"/>
            <a:ext cx="880952" cy="400794"/>
            <a:chOff x="15288325" y="4654503"/>
            <a:chExt cx="880952" cy="400794"/>
          </a:xfrm>
        </p:grpSpPr>
        <p:pic>
          <p:nvPicPr>
            <p:cNvPr id="93" name="Object 9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288325" y="4654503"/>
              <a:ext cx="880952" cy="400794"/>
            </a:xfrm>
            <a:prstGeom prst="rect">
              <a:avLst/>
            </a:prstGeom>
          </p:spPr>
        </p:pic>
      </p:grpSp>
      <p:sp>
        <p:nvSpPr>
          <p:cNvPr id="95" name="Object 95"/>
          <p:cNvSpPr txBox="1"/>
          <p:nvPr/>
        </p:nvSpPr>
        <p:spPr>
          <a:xfrm>
            <a:off x="14386409" y="5187304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96" name="Object 96"/>
          <p:cNvSpPr txBox="1"/>
          <p:nvPr/>
        </p:nvSpPr>
        <p:spPr>
          <a:xfrm>
            <a:off x="15149032" y="4650873"/>
            <a:ext cx="1159524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Step 5</a:t>
            </a:r>
            <a:endParaRPr lang="en-US" dirty="0"/>
          </a:p>
        </p:txBody>
      </p:sp>
      <p:sp>
        <p:nvSpPr>
          <p:cNvPr id="97" name="Object 97"/>
          <p:cNvSpPr txBox="1"/>
          <p:nvPr/>
        </p:nvSpPr>
        <p:spPr>
          <a:xfrm>
            <a:off x="14357846" y="5393437"/>
            <a:ext cx="2741911" cy="32839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키워드와 관련된 내용을 입력해주세요. 순서와 프로세스와 관련된 내용을입력할 수 있는 레이아웃 입니다. 도형의 크기를 자유</a:t>
            </a:r>
          </a:p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롭게 변형해보세요.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5238" y="5457143"/>
            <a:ext cx="3600000" cy="3197854"/>
            <a:chOff x="1295238" y="5457143"/>
            <a:chExt cx="3600000" cy="3197854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1295238" y="5952381"/>
              <a:ext cx="3600000" cy="2702616"/>
              <a:chOff x="1295238" y="5952381"/>
              <a:chExt cx="3600000" cy="2702616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95238" y="5952381"/>
                <a:ext cx="3600000" cy="2702616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1295238" y="5457143"/>
              <a:ext cx="1609524" cy="514286"/>
              <a:chOff x="1295238" y="5457143"/>
              <a:chExt cx="1609524" cy="514286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295238" y="5457143"/>
                <a:ext cx="1609524" cy="514286"/>
              </a:xfrm>
              <a:prstGeom prst="rect">
                <a:avLst/>
              </a:prstGeom>
            </p:spPr>
          </p:pic>
        </p:grpSp>
      </p:grpSp>
      <p:grpSp>
        <p:nvGrpSpPr>
          <p:cNvPr id="1005" name="그룹 1005"/>
          <p:cNvGrpSpPr/>
          <p:nvPr/>
        </p:nvGrpSpPr>
        <p:grpSpPr>
          <a:xfrm>
            <a:off x="5326984" y="5192857"/>
            <a:ext cx="3600000" cy="3462140"/>
            <a:chOff x="5326984" y="5192857"/>
            <a:chExt cx="3600000" cy="3462140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6984" y="5192857"/>
              <a:ext cx="3600000" cy="346214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326984" y="4691270"/>
            <a:ext cx="1609524" cy="514286"/>
            <a:chOff x="5326984" y="4691270"/>
            <a:chExt cx="1609524" cy="514286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26984" y="4691270"/>
              <a:ext cx="1609524" cy="51428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9358730" y="4399206"/>
            <a:ext cx="3600000" cy="4255791"/>
            <a:chOff x="9358730" y="4399206"/>
            <a:chExt cx="3600000" cy="4255791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8730" y="4399206"/>
              <a:ext cx="3600000" cy="425579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358730" y="3903333"/>
            <a:ext cx="1609524" cy="514286"/>
            <a:chOff x="9358730" y="3903333"/>
            <a:chExt cx="1609524" cy="514286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8730" y="3903333"/>
              <a:ext cx="1609524" cy="51428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3390476" y="3669048"/>
            <a:ext cx="3600000" cy="4985950"/>
            <a:chOff x="13390476" y="3669048"/>
            <a:chExt cx="3600000" cy="4985950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90476" y="3669048"/>
              <a:ext cx="3600000" cy="4985950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3390476" y="3173810"/>
            <a:ext cx="1609524" cy="514286"/>
            <a:chOff x="13390476" y="3173810"/>
            <a:chExt cx="1609524" cy="514286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90476" y="3173810"/>
              <a:ext cx="1609524" cy="514286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3206349" y="5369123"/>
            <a:ext cx="1688889" cy="176040"/>
            <a:chOff x="3206349" y="5369123"/>
            <a:chExt cx="1688889" cy="176040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06349" y="5369123"/>
              <a:ext cx="1688889" cy="176040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7238095" y="4603250"/>
            <a:ext cx="1688889" cy="176040"/>
            <a:chOff x="7238095" y="4603250"/>
            <a:chExt cx="1688889" cy="176040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38095" y="4603250"/>
              <a:ext cx="1688889" cy="176040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1269841" y="3777664"/>
            <a:ext cx="1688889" cy="176040"/>
            <a:chOff x="11269841" y="3777664"/>
            <a:chExt cx="1688889" cy="176040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69841" y="3777664"/>
              <a:ext cx="1688889" cy="176040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5790476" y="7571429"/>
            <a:ext cx="2666667" cy="533333"/>
            <a:chOff x="5790476" y="7571429"/>
            <a:chExt cx="2666667" cy="533333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90476" y="7571429"/>
              <a:ext cx="2666667" cy="533333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3814286" y="7573810"/>
            <a:ext cx="2666667" cy="533333"/>
            <a:chOff x="13814286" y="7573810"/>
            <a:chExt cx="2666667" cy="533333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14286" y="7573810"/>
              <a:ext cx="2666667" cy="533333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19" name="그룹 1019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54" name="Object 53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56" name="Object 56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59" name="Object 59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운영 프로세스</a:t>
            </a:r>
            <a:endParaRPr lang="en-US" dirty="0"/>
          </a:p>
        </p:txBody>
      </p:sp>
      <p:sp>
        <p:nvSpPr>
          <p:cNvPr id="60" name="Object 60"/>
          <p:cNvSpPr txBox="1"/>
          <p:nvPr/>
        </p:nvSpPr>
        <p:spPr>
          <a:xfrm>
            <a:off x="8813752" y="1512995"/>
            <a:ext cx="7000679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Operation Process</a:t>
            </a:r>
            <a:endParaRPr lang="en-US" dirty="0"/>
          </a:p>
        </p:txBody>
      </p:sp>
      <p:sp>
        <p:nvSpPr>
          <p:cNvPr id="61" name="Object 61"/>
          <p:cNvSpPr txBox="1"/>
          <p:nvPr/>
        </p:nvSpPr>
        <p:spPr>
          <a:xfrm>
            <a:off x="1284119" y="5514959"/>
            <a:ext cx="1647629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20XX.10</a:t>
            </a:r>
            <a:endParaRPr lang="en-US" dirty="0"/>
          </a:p>
        </p:txBody>
      </p:sp>
      <p:sp>
        <p:nvSpPr>
          <p:cNvPr id="62" name="Object 62"/>
          <p:cNvSpPr txBox="1"/>
          <p:nvPr/>
        </p:nvSpPr>
        <p:spPr>
          <a:xfrm>
            <a:off x="5317455" y="4746225"/>
            <a:ext cx="1647629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20XX.10</a:t>
            </a:r>
            <a:endParaRPr lang="en-US" dirty="0"/>
          </a:p>
        </p:txBody>
      </p:sp>
      <p:sp>
        <p:nvSpPr>
          <p:cNvPr id="63" name="Object 63"/>
          <p:cNvSpPr txBox="1"/>
          <p:nvPr/>
        </p:nvSpPr>
        <p:spPr>
          <a:xfrm>
            <a:off x="9339678" y="3954955"/>
            <a:ext cx="1647629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20XX.10</a:t>
            </a:r>
            <a:endParaRPr lang="en-US" dirty="0"/>
          </a:p>
        </p:txBody>
      </p:sp>
      <p:sp>
        <p:nvSpPr>
          <p:cNvPr id="64" name="Object 64"/>
          <p:cNvSpPr txBox="1"/>
          <p:nvPr/>
        </p:nvSpPr>
        <p:spPr>
          <a:xfrm>
            <a:off x="13371424" y="3232973"/>
            <a:ext cx="1647629" cy="3959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20XX.10</a:t>
            </a:r>
            <a:endParaRPr lang="en-US" dirty="0"/>
          </a:p>
        </p:txBody>
      </p:sp>
      <p:sp>
        <p:nvSpPr>
          <p:cNvPr id="65" name="Object 65"/>
          <p:cNvSpPr txBox="1"/>
          <p:nvPr/>
        </p:nvSpPr>
        <p:spPr>
          <a:xfrm>
            <a:off x="1733962" y="6387304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66" name="Object 66"/>
          <p:cNvSpPr txBox="1"/>
          <p:nvPr/>
        </p:nvSpPr>
        <p:spPr>
          <a:xfrm>
            <a:off x="1733962" y="6802737"/>
            <a:ext cx="4141914" cy="13995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관련된 내용을 입력해주세요. 순서와 프로세스와 관련된 내용을입력할 수 있는 레이아웃 입니다. </a:t>
            </a:r>
            <a:endParaRPr lang="en-US" dirty="0"/>
          </a:p>
        </p:txBody>
      </p:sp>
      <p:sp>
        <p:nvSpPr>
          <p:cNvPr id="67" name="Object 67"/>
          <p:cNvSpPr txBox="1"/>
          <p:nvPr/>
        </p:nvSpPr>
        <p:spPr>
          <a:xfrm>
            <a:off x="5809530" y="5608159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68" name="Object 68"/>
          <p:cNvSpPr txBox="1"/>
          <p:nvPr/>
        </p:nvSpPr>
        <p:spPr>
          <a:xfrm>
            <a:off x="5809530" y="6023591"/>
            <a:ext cx="4141914" cy="13995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관련된 내용을 입력해주세요. 순서와 프로세스와 관련된 내용을입력할 수 있는 레이아웃 입니다. </a:t>
            </a:r>
            <a:endParaRPr lang="en-US" dirty="0"/>
          </a:p>
        </p:txBody>
      </p:sp>
      <p:sp>
        <p:nvSpPr>
          <p:cNvPr id="69" name="Object 69"/>
          <p:cNvSpPr txBox="1"/>
          <p:nvPr/>
        </p:nvSpPr>
        <p:spPr>
          <a:xfrm>
            <a:off x="9827949" y="4829014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70" name="Object 70"/>
          <p:cNvSpPr txBox="1"/>
          <p:nvPr/>
        </p:nvSpPr>
        <p:spPr>
          <a:xfrm>
            <a:off x="9827905" y="4930392"/>
            <a:ext cx="4141914" cy="32839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관련된 내용을 입력해주세요. 순서와 프로세스와 관련된 내용을입력할 수 있는 레이아웃 입니다. 네가지의 항목을 입력할 수 있는 레이아웃 입니다. 도형의 크기를 자유롭게 조절해 원하는 항목의 갯수로 변경해보세요.</a:t>
            </a:r>
            <a:endParaRPr lang="en-US" dirty="0"/>
          </a:p>
        </p:txBody>
      </p:sp>
      <p:sp>
        <p:nvSpPr>
          <p:cNvPr id="71" name="Object 71"/>
          <p:cNvSpPr txBox="1"/>
          <p:nvPr/>
        </p:nvSpPr>
        <p:spPr>
          <a:xfrm>
            <a:off x="13855892" y="4159915"/>
            <a:ext cx="268478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72" name="Object 72"/>
          <p:cNvSpPr txBox="1"/>
          <p:nvPr/>
        </p:nvSpPr>
        <p:spPr>
          <a:xfrm>
            <a:off x="13855848" y="4261292"/>
            <a:ext cx="4141914" cy="32839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관련된 내용을 입력해주세요. 순서와 프로세스와 관련된 내용을입력할 수 있는 레이아웃 입니다. 네가지의 항목을 입력할 수 있는 레이아웃 입니다. 도형의 크기를 자유롭게 조절해 원하는 항목의 갯수로 변경해보세요.</a:t>
            </a:r>
            <a:endParaRPr lang="en-US" dirty="0"/>
          </a:p>
        </p:txBody>
      </p:sp>
      <p:sp>
        <p:nvSpPr>
          <p:cNvPr id="73" name="Object 73"/>
          <p:cNvSpPr txBox="1"/>
          <p:nvPr/>
        </p:nvSpPr>
        <p:spPr>
          <a:xfrm>
            <a:off x="5717846" y="7586689"/>
            <a:ext cx="2792263" cy="4969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74" name="Object 74"/>
          <p:cNvSpPr txBox="1"/>
          <p:nvPr/>
        </p:nvSpPr>
        <p:spPr>
          <a:xfrm>
            <a:off x="13771467" y="7586689"/>
            <a:ext cx="2792263" cy="4969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18" name="Object 18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운영 프로세스</a:t>
            </a:r>
            <a:endParaRPr lang="en-US" dirty="0"/>
          </a:p>
        </p:txBody>
      </p:sp>
      <p:sp>
        <p:nvSpPr>
          <p:cNvPr id="19" name="Object 19"/>
          <p:cNvSpPr txBox="1"/>
          <p:nvPr/>
        </p:nvSpPr>
        <p:spPr>
          <a:xfrm>
            <a:off x="8813752" y="1512995"/>
            <a:ext cx="7000679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Operation Process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6D0160-E52F-DFC8-3DF7-3922167006F2}"/>
              </a:ext>
            </a:extLst>
          </p:cNvPr>
          <p:cNvSpPr txBox="1"/>
          <p:nvPr/>
        </p:nvSpPr>
        <p:spPr>
          <a:xfrm>
            <a:off x="4856993" y="5005749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여행 스케줄러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9D2F28-A081-4BC4-7732-7BE9B1B63734}"/>
              </a:ext>
            </a:extLst>
          </p:cNvPr>
          <p:cNvSpPr txBox="1"/>
          <p:nvPr/>
        </p:nvSpPr>
        <p:spPr>
          <a:xfrm>
            <a:off x="4996353" y="6615746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공유 게시판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C91462-007B-750F-7A30-70C227000A48}"/>
              </a:ext>
            </a:extLst>
          </p:cNvPr>
          <p:cNvSpPr txBox="1"/>
          <p:nvPr/>
        </p:nvSpPr>
        <p:spPr>
          <a:xfrm>
            <a:off x="5134956" y="8191146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끝말잇기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20C5B4DD-683A-9774-2482-DAC669B6F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273299"/>
              </p:ext>
            </p:extLst>
          </p:nvPr>
        </p:nvGraphicFramePr>
        <p:xfrm>
          <a:off x="2846234" y="3119784"/>
          <a:ext cx="12888085" cy="610160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569457">
                  <a:extLst>
                    <a:ext uri="{9D8B030D-6E8A-4147-A177-3AD203B41FA5}">
                      <a16:colId xmlns:a16="http://schemas.microsoft.com/office/drawing/2014/main" val="408739738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109566577"/>
                    </a:ext>
                  </a:extLst>
                </a:gridCol>
                <a:gridCol w="3432909">
                  <a:extLst>
                    <a:ext uri="{9D8B030D-6E8A-4147-A177-3AD203B41FA5}">
                      <a16:colId xmlns:a16="http://schemas.microsoft.com/office/drawing/2014/main" val="1956533610"/>
                    </a:ext>
                  </a:extLst>
                </a:gridCol>
                <a:gridCol w="2412502">
                  <a:extLst>
                    <a:ext uri="{9D8B030D-6E8A-4147-A177-3AD203B41FA5}">
                      <a16:colId xmlns:a16="http://schemas.microsoft.com/office/drawing/2014/main" val="3587974002"/>
                    </a:ext>
                  </a:extLst>
                </a:gridCol>
                <a:gridCol w="2577617">
                  <a:extLst>
                    <a:ext uri="{9D8B030D-6E8A-4147-A177-3AD203B41FA5}">
                      <a16:colId xmlns:a16="http://schemas.microsoft.com/office/drawing/2014/main" val="1600848760"/>
                    </a:ext>
                  </a:extLst>
                </a:gridCol>
              </a:tblGrid>
              <a:tr h="149278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latin typeface="휴먼편지체" panose="02030504000101010101" pitchFamily="18" charset="-127"/>
                        <a:ea typeface="휴먼편지체" panose="02030504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807968"/>
                  </a:ext>
                </a:extLst>
              </a:tr>
              <a:tr h="149668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3083"/>
                  </a:ext>
                </a:extLst>
              </a:tr>
              <a:tr h="149668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dirty="0">
                          <a:solidFill>
                            <a:srgbClr val="009900"/>
                          </a:solidFill>
                        </a:rPr>
                        <a:t>★★★★☆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188819"/>
                  </a:ext>
                </a:extLst>
              </a:tr>
              <a:tr h="149668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dirty="0">
                          <a:solidFill>
                            <a:srgbClr val="009900"/>
                          </a:solidFill>
                        </a:rPr>
                        <a:t>★★★☆☆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003760"/>
                  </a:ext>
                </a:extLst>
              </a:tr>
            </a:tbl>
          </a:graphicData>
        </a:graphic>
      </p:graphicFrame>
      <p:grpSp>
        <p:nvGrpSpPr>
          <p:cNvPr id="40" name="그룹 1003">
            <a:extLst>
              <a:ext uri="{FF2B5EF4-FFF2-40B4-BE49-F238E27FC236}">
                <a16:creationId xmlns:a16="http://schemas.microsoft.com/office/drawing/2014/main" id="{0025DA01-2CFE-7349-68AF-8C5F7BA503A7}"/>
              </a:ext>
            </a:extLst>
          </p:cNvPr>
          <p:cNvGrpSpPr/>
          <p:nvPr/>
        </p:nvGrpSpPr>
        <p:grpSpPr>
          <a:xfrm>
            <a:off x="3029524" y="4798551"/>
            <a:ext cx="1209921" cy="1195238"/>
            <a:chOff x="2485317" y="4732261"/>
            <a:chExt cx="1209921" cy="1195238"/>
          </a:xfrm>
        </p:grpSpPr>
        <p:pic>
          <p:nvPicPr>
            <p:cNvPr id="44" name="Object 8">
              <a:extLst>
                <a:ext uri="{FF2B5EF4-FFF2-40B4-BE49-F238E27FC236}">
                  <a16:creationId xmlns:a16="http://schemas.microsoft.com/office/drawing/2014/main" id="{33CC383A-267D-5434-D8A0-7BFB881AF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85317" y="4732261"/>
              <a:ext cx="1209921" cy="1195238"/>
            </a:xfrm>
            <a:prstGeom prst="rect">
              <a:avLst/>
            </a:prstGeom>
          </p:spPr>
        </p:pic>
      </p:grpSp>
      <p:grpSp>
        <p:nvGrpSpPr>
          <p:cNvPr id="46" name="그룹 1003">
            <a:extLst>
              <a:ext uri="{FF2B5EF4-FFF2-40B4-BE49-F238E27FC236}">
                <a16:creationId xmlns:a16="http://schemas.microsoft.com/office/drawing/2014/main" id="{AE64F1B3-C951-B225-029B-F1158006439B}"/>
              </a:ext>
            </a:extLst>
          </p:cNvPr>
          <p:cNvGrpSpPr/>
          <p:nvPr/>
        </p:nvGrpSpPr>
        <p:grpSpPr>
          <a:xfrm>
            <a:off x="3028544" y="6240701"/>
            <a:ext cx="1209921" cy="1195238"/>
            <a:chOff x="2485317" y="4732261"/>
            <a:chExt cx="1209921" cy="1195238"/>
          </a:xfrm>
        </p:grpSpPr>
        <p:pic>
          <p:nvPicPr>
            <p:cNvPr id="47" name="Object 8">
              <a:extLst>
                <a:ext uri="{FF2B5EF4-FFF2-40B4-BE49-F238E27FC236}">
                  <a16:creationId xmlns:a16="http://schemas.microsoft.com/office/drawing/2014/main" id="{8FE86700-4D35-DDED-1D23-3150BD961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85317" y="4732261"/>
              <a:ext cx="1209921" cy="1195238"/>
            </a:xfrm>
            <a:prstGeom prst="rect">
              <a:avLst/>
            </a:prstGeom>
          </p:spPr>
        </p:pic>
      </p:grpSp>
      <p:grpSp>
        <p:nvGrpSpPr>
          <p:cNvPr id="49" name="그룹 1003">
            <a:extLst>
              <a:ext uri="{FF2B5EF4-FFF2-40B4-BE49-F238E27FC236}">
                <a16:creationId xmlns:a16="http://schemas.microsoft.com/office/drawing/2014/main" id="{C89EDD40-EDB5-8064-3FEC-8FFD86CC97D2}"/>
              </a:ext>
            </a:extLst>
          </p:cNvPr>
          <p:cNvGrpSpPr/>
          <p:nvPr/>
        </p:nvGrpSpPr>
        <p:grpSpPr>
          <a:xfrm>
            <a:off x="3053337" y="7757298"/>
            <a:ext cx="1209921" cy="1195238"/>
            <a:chOff x="2485317" y="4732261"/>
            <a:chExt cx="1209921" cy="1195238"/>
          </a:xfrm>
        </p:grpSpPr>
        <p:pic>
          <p:nvPicPr>
            <p:cNvPr id="50" name="Object 8">
              <a:extLst>
                <a:ext uri="{FF2B5EF4-FFF2-40B4-BE49-F238E27FC236}">
                  <a16:creationId xmlns:a16="http://schemas.microsoft.com/office/drawing/2014/main" id="{864589EF-D4D1-3B37-54DE-3B2B526A1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85317" y="4732261"/>
              <a:ext cx="1209921" cy="1195238"/>
            </a:xfrm>
            <a:prstGeom prst="rect">
              <a:avLst/>
            </a:prstGeom>
          </p:spPr>
        </p:pic>
      </p:grpSp>
      <p:pic>
        <p:nvPicPr>
          <p:cNvPr id="52" name="그래픽 51" descr="연필 단색으로 채워진">
            <a:extLst>
              <a:ext uri="{FF2B5EF4-FFF2-40B4-BE49-F238E27FC236}">
                <a16:creationId xmlns:a16="http://schemas.microsoft.com/office/drawing/2014/main" id="{9175947B-4576-CB2A-1B03-97F006DA7F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98932" y="4964048"/>
            <a:ext cx="914400" cy="9144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BE9247CF-502E-5A9F-6A6B-AD74EA517E77}"/>
              </a:ext>
            </a:extLst>
          </p:cNvPr>
          <p:cNvSpPr txBox="1"/>
          <p:nvPr/>
        </p:nvSpPr>
        <p:spPr>
          <a:xfrm>
            <a:off x="11125200" y="5159637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009900"/>
                </a:solidFill>
              </a:rPr>
              <a:t>★★★★☆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F4E0D7-B002-74E5-4CDC-39AB64C7F19D}"/>
              </a:ext>
            </a:extLst>
          </p:cNvPr>
          <p:cNvSpPr txBox="1"/>
          <p:nvPr/>
        </p:nvSpPr>
        <p:spPr>
          <a:xfrm>
            <a:off x="4996353" y="3699237"/>
            <a:ext cx="1662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주제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9C4714-F35A-0D09-E1BE-BF40ECD914FA}"/>
              </a:ext>
            </a:extLst>
          </p:cNvPr>
          <p:cNvSpPr txBox="1"/>
          <p:nvPr/>
        </p:nvSpPr>
        <p:spPr>
          <a:xfrm>
            <a:off x="8326255" y="3594791"/>
            <a:ext cx="1339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기능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13F28A-0B96-29C6-6E60-9FAD6C8ABBB8}"/>
              </a:ext>
            </a:extLst>
          </p:cNvPr>
          <p:cNvSpPr txBox="1"/>
          <p:nvPr/>
        </p:nvSpPr>
        <p:spPr>
          <a:xfrm>
            <a:off x="11277600" y="3594791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난이도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299301-D1B2-C1FC-608A-F8B71CCD6303}"/>
              </a:ext>
            </a:extLst>
          </p:cNvPr>
          <p:cNvSpPr txBox="1"/>
          <p:nvPr/>
        </p:nvSpPr>
        <p:spPr>
          <a:xfrm>
            <a:off x="13802980" y="3603419"/>
            <a:ext cx="1277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독창성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5238" y="3619048"/>
            <a:ext cx="3600000" cy="5035950"/>
            <a:chOff x="1295238" y="3619048"/>
            <a:chExt cx="3600000" cy="503595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238" y="3619048"/>
              <a:ext cx="3600000" cy="503595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485317" y="4732261"/>
            <a:ext cx="1209921" cy="1195238"/>
            <a:chOff x="2485317" y="4732261"/>
            <a:chExt cx="1209921" cy="119523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5317" y="4732261"/>
              <a:ext cx="1209921" cy="119523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899162" y="3676190"/>
            <a:ext cx="5971315" cy="2252070"/>
            <a:chOff x="5899162" y="3676190"/>
            <a:chExt cx="5971315" cy="225207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3676190"/>
              <a:ext cx="5971315" cy="225207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791225" y="4659880"/>
            <a:ext cx="1102955" cy="176040"/>
            <a:chOff x="4791225" y="4659880"/>
            <a:chExt cx="1102955" cy="17604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91225" y="4659880"/>
              <a:ext cx="1102955" cy="17604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27" name="Object 27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30" name="Object 30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개발 제안</a:t>
            </a:r>
            <a:endParaRPr lang="en-US" dirty="0"/>
          </a:p>
        </p:txBody>
      </p:sp>
      <p:sp>
        <p:nvSpPr>
          <p:cNvPr id="31" name="Object 31"/>
          <p:cNvSpPr txBox="1"/>
          <p:nvPr/>
        </p:nvSpPr>
        <p:spPr>
          <a:xfrm>
            <a:off x="7785924" y="1512995"/>
            <a:ext cx="4070800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Proposal</a:t>
            </a:r>
            <a:endParaRPr lang="en-US" dirty="0"/>
          </a:p>
        </p:txBody>
      </p:sp>
      <p:grpSp>
        <p:nvGrpSpPr>
          <p:cNvPr id="1010" name="그룹 1010"/>
          <p:cNvGrpSpPr/>
          <p:nvPr/>
        </p:nvGrpSpPr>
        <p:grpSpPr>
          <a:xfrm>
            <a:off x="2826789" y="5061567"/>
            <a:ext cx="536898" cy="536626"/>
            <a:chOff x="2826789" y="5061567"/>
            <a:chExt cx="536898" cy="536626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26789" y="5061567"/>
              <a:ext cx="536898" cy="536626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333443" y="6223848"/>
            <a:ext cx="3603074" cy="66434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36" name="Object 36"/>
          <p:cNvSpPr txBox="1"/>
          <p:nvPr/>
        </p:nvSpPr>
        <p:spPr>
          <a:xfrm>
            <a:off x="1235440" y="6659880"/>
            <a:ext cx="3799073" cy="13995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키워드와 관련된 내용을 간략하게 입력해주세요. 이곳에 내용을 입력해주세요.</a:t>
            </a:r>
            <a:endParaRPr lang="en-US" dirty="0"/>
          </a:p>
        </p:txBody>
      </p:sp>
      <p:sp>
        <p:nvSpPr>
          <p:cNvPr id="37" name="Object 37"/>
          <p:cNvSpPr txBox="1"/>
          <p:nvPr/>
        </p:nvSpPr>
        <p:spPr>
          <a:xfrm>
            <a:off x="5786002" y="4461627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38" name="Object 38"/>
          <p:cNvSpPr txBox="1"/>
          <p:nvPr/>
        </p:nvSpPr>
        <p:spPr>
          <a:xfrm>
            <a:off x="6788835" y="4273275"/>
            <a:ext cx="1752512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sp>
        <p:nvSpPr>
          <p:cNvPr id="39" name="Object 39"/>
          <p:cNvSpPr txBox="1"/>
          <p:nvPr/>
        </p:nvSpPr>
        <p:spPr>
          <a:xfrm>
            <a:off x="8791343" y="4128290"/>
            <a:ext cx="4012986" cy="139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간략한 내용을 입력해주세요. 이곳에 내용을 입력해주세요.</a:t>
            </a:r>
            <a:endParaRPr lang="en-US" dirty="0"/>
          </a:p>
        </p:txBody>
      </p:sp>
      <p:sp>
        <p:nvSpPr>
          <p:cNvPr id="40" name="Object 40"/>
          <p:cNvSpPr txBox="1"/>
          <p:nvPr/>
        </p:nvSpPr>
        <p:spPr>
          <a:xfrm>
            <a:off x="12351524" y="3670000"/>
            <a:ext cx="7172714" cy="23318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이곳에 키워드와 관련된 내용을 이곳에 입력해주세요.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도형의 크기를 상하좌우로 키워 자유롭게 사용하세요.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미리캔버스에서 나만의 디자인을 만들어보세요.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이곳에 키워드와 관련된 내용을 이곳에 입력해주세요.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도형의 크기를 상하좌우로 키워 자유롭게 사용하세요.</a:t>
            </a:r>
            <a:endParaRPr lang="en-US" dirty="0"/>
          </a:p>
        </p:txBody>
      </p:sp>
      <p:grpSp>
        <p:nvGrpSpPr>
          <p:cNvPr id="1011" name="그룹 1011"/>
          <p:cNvGrpSpPr/>
          <p:nvPr/>
        </p:nvGrpSpPr>
        <p:grpSpPr>
          <a:xfrm>
            <a:off x="5899162" y="6383880"/>
            <a:ext cx="5971315" cy="2252070"/>
            <a:chOff x="5899162" y="6383880"/>
            <a:chExt cx="5971315" cy="2252070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6383880"/>
              <a:ext cx="5971315" cy="2252070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4791225" y="7367569"/>
            <a:ext cx="1102955" cy="176040"/>
            <a:chOff x="4791225" y="7367569"/>
            <a:chExt cx="1102955" cy="176040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91225" y="7367569"/>
              <a:ext cx="1102955" cy="17604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5912714" y="7102069"/>
            <a:ext cx="891943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grpSp>
        <p:nvGrpSpPr>
          <p:cNvPr id="1013" name="그룹 1013"/>
          <p:cNvGrpSpPr/>
          <p:nvPr/>
        </p:nvGrpSpPr>
        <p:grpSpPr>
          <a:xfrm>
            <a:off x="7873169" y="4799134"/>
            <a:ext cx="1205222" cy="14286"/>
            <a:chOff x="7873169" y="4799134"/>
            <a:chExt cx="1205222" cy="14286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5400000">
              <a:off x="7873169" y="4799134"/>
              <a:ext cx="1205222" cy="1428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6788835" y="6982456"/>
            <a:ext cx="1752512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sp>
        <p:nvSpPr>
          <p:cNvPr id="52" name="Object 52"/>
          <p:cNvSpPr txBox="1"/>
          <p:nvPr/>
        </p:nvSpPr>
        <p:spPr>
          <a:xfrm>
            <a:off x="8791343" y="6837470"/>
            <a:ext cx="4012986" cy="139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간략한 내용을 입력해주세요. 이곳에 내용을 입력해주세요.</a:t>
            </a:r>
            <a:endParaRPr lang="en-US" dirty="0"/>
          </a:p>
        </p:txBody>
      </p:sp>
      <p:grpSp>
        <p:nvGrpSpPr>
          <p:cNvPr id="1014" name="그룹 1014"/>
          <p:cNvGrpSpPr/>
          <p:nvPr/>
        </p:nvGrpSpPr>
        <p:grpSpPr>
          <a:xfrm>
            <a:off x="7873169" y="7508315"/>
            <a:ext cx="1205222" cy="14286"/>
            <a:chOff x="7873169" y="7508315"/>
            <a:chExt cx="1205222" cy="14286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5400000">
              <a:off x="7873169" y="7508315"/>
              <a:ext cx="1205222" cy="14286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12351524" y="6375676"/>
            <a:ext cx="7172714" cy="23318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이곳에 키워드와 관련된 내용을 이곳에 입력해주세요.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도형의 크기를 상하좌우로 키워 자유롭게 사용하세요.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미리캔버스에서 나만의 디자인을 만들어보세요.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이곳에 키워드와 관련된 내용을 이곳에 입력해주세요.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도형의 크기를 상하좌우로 키워 자유롭게 사용하세요.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0277" y="3733484"/>
            <a:ext cx="3600000" cy="5035950"/>
            <a:chOff x="1295238" y="3619048"/>
            <a:chExt cx="3600000" cy="503595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238" y="3619048"/>
              <a:ext cx="3600000" cy="503595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485317" y="4732261"/>
            <a:ext cx="1209921" cy="1195238"/>
            <a:chOff x="2485317" y="4732261"/>
            <a:chExt cx="1209921" cy="119523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5317" y="4732261"/>
              <a:ext cx="1209921" cy="119523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899162" y="3657143"/>
            <a:ext cx="5971315" cy="1303689"/>
            <a:chOff x="5899162" y="3657143"/>
            <a:chExt cx="5971315" cy="130368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3657143"/>
              <a:ext cx="5971315" cy="130368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899162" y="5504225"/>
            <a:ext cx="5971315" cy="1303689"/>
            <a:chOff x="5899162" y="5504225"/>
            <a:chExt cx="5971315" cy="130368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5504225"/>
              <a:ext cx="5971315" cy="130368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899162" y="7351308"/>
            <a:ext cx="5971315" cy="1303689"/>
            <a:chOff x="5899162" y="7351308"/>
            <a:chExt cx="5971315" cy="130368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7351308"/>
              <a:ext cx="5971315" cy="130368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791225" y="4171043"/>
            <a:ext cx="1102955" cy="176040"/>
            <a:chOff x="4791225" y="4171043"/>
            <a:chExt cx="1102955" cy="176040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91225" y="4171043"/>
              <a:ext cx="1102955" cy="17604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4780643" y="6029955"/>
            <a:ext cx="1102955" cy="176040"/>
            <a:chOff x="4780643" y="6029955"/>
            <a:chExt cx="1102955" cy="176040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80643" y="6029955"/>
              <a:ext cx="1102955" cy="17604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4780643" y="7827113"/>
            <a:ext cx="1102955" cy="176040"/>
            <a:chOff x="4780643" y="7827113"/>
            <a:chExt cx="1102955" cy="176040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80643" y="7827113"/>
              <a:ext cx="1102955" cy="176040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13" name="그룹 1013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37" name="Object 36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39" name="Object 39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42" name="Object 42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개발 제안</a:t>
            </a:r>
            <a:endParaRPr lang="en-US" dirty="0"/>
          </a:p>
        </p:txBody>
      </p:sp>
      <p:sp>
        <p:nvSpPr>
          <p:cNvPr id="43" name="Object 43"/>
          <p:cNvSpPr txBox="1"/>
          <p:nvPr/>
        </p:nvSpPr>
        <p:spPr>
          <a:xfrm>
            <a:off x="7785924" y="1512995"/>
            <a:ext cx="4070800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Proposal</a:t>
            </a:r>
            <a:endParaRPr lang="en-US" dirty="0"/>
          </a:p>
        </p:txBody>
      </p:sp>
      <p:sp>
        <p:nvSpPr>
          <p:cNvPr id="44" name="Object 44"/>
          <p:cNvSpPr txBox="1"/>
          <p:nvPr/>
        </p:nvSpPr>
        <p:spPr>
          <a:xfrm>
            <a:off x="1333443" y="6371355"/>
            <a:ext cx="360307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P</a:t>
            </a:r>
            <a:r>
              <a:rPr lang="ko-KR" altLang="en-US" dirty="0"/>
              <a:t>들을 위한 </a:t>
            </a:r>
            <a:r>
              <a:rPr lang="ko-KR" altLang="en-US" dirty="0" err="1"/>
              <a:t>여행스케줄러</a:t>
            </a:r>
            <a:endParaRPr lang="en-US" dirty="0"/>
          </a:p>
        </p:txBody>
      </p:sp>
      <p:sp>
        <p:nvSpPr>
          <p:cNvPr id="45" name="Object 45"/>
          <p:cNvSpPr txBox="1"/>
          <p:nvPr/>
        </p:nvSpPr>
        <p:spPr>
          <a:xfrm>
            <a:off x="1235440" y="6659880"/>
            <a:ext cx="3799073" cy="13995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키워드와 관련된 내용을 간략하게 입력해주세요. 이곳에 내용을 입력해주세요.</a:t>
            </a:r>
            <a:endParaRPr lang="en-US" dirty="0"/>
          </a:p>
        </p:txBody>
      </p:sp>
      <p:sp>
        <p:nvSpPr>
          <p:cNvPr id="46" name="Object 46"/>
          <p:cNvSpPr txBox="1"/>
          <p:nvPr/>
        </p:nvSpPr>
        <p:spPr>
          <a:xfrm>
            <a:off x="5786002" y="3970483"/>
            <a:ext cx="1145367" cy="6990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47" name="Object 47"/>
          <p:cNvSpPr txBox="1"/>
          <p:nvPr/>
        </p:nvSpPr>
        <p:spPr>
          <a:xfrm>
            <a:off x="7218178" y="4044484"/>
            <a:ext cx="235975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48" name="Object 48"/>
          <p:cNvSpPr txBox="1"/>
          <p:nvPr/>
        </p:nvSpPr>
        <p:spPr>
          <a:xfrm>
            <a:off x="8934200" y="4104334"/>
            <a:ext cx="4012986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간략한 내용을 입력해주세요</a:t>
            </a:r>
            <a:endParaRPr lang="en-US" dirty="0"/>
          </a:p>
        </p:txBody>
      </p:sp>
      <p:sp>
        <p:nvSpPr>
          <p:cNvPr id="49" name="Object 49"/>
          <p:cNvSpPr txBox="1"/>
          <p:nvPr/>
        </p:nvSpPr>
        <p:spPr>
          <a:xfrm>
            <a:off x="5786001" y="5796131"/>
            <a:ext cx="1145367" cy="6990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50" name="Object 50"/>
          <p:cNvSpPr txBox="1"/>
          <p:nvPr/>
        </p:nvSpPr>
        <p:spPr>
          <a:xfrm>
            <a:off x="7218178" y="5860608"/>
            <a:ext cx="235975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51" name="Object 51"/>
          <p:cNvSpPr txBox="1"/>
          <p:nvPr/>
        </p:nvSpPr>
        <p:spPr>
          <a:xfrm>
            <a:off x="8934200" y="5920458"/>
            <a:ext cx="4012986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간략한 내용을 입력해주세요</a:t>
            </a:r>
            <a:endParaRPr lang="en-US" dirty="0"/>
          </a:p>
        </p:txBody>
      </p:sp>
      <p:sp>
        <p:nvSpPr>
          <p:cNvPr id="52" name="Object 52"/>
          <p:cNvSpPr txBox="1"/>
          <p:nvPr/>
        </p:nvSpPr>
        <p:spPr>
          <a:xfrm>
            <a:off x="5896714" y="7643026"/>
            <a:ext cx="923943" cy="6990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53" name="Object 53"/>
          <p:cNvSpPr txBox="1"/>
          <p:nvPr/>
        </p:nvSpPr>
        <p:spPr>
          <a:xfrm>
            <a:off x="7218178" y="7697976"/>
            <a:ext cx="2359751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 입력</a:t>
            </a:r>
            <a:endParaRPr lang="en-US" dirty="0"/>
          </a:p>
        </p:txBody>
      </p:sp>
      <p:sp>
        <p:nvSpPr>
          <p:cNvPr id="54" name="Object 54"/>
          <p:cNvSpPr txBox="1"/>
          <p:nvPr/>
        </p:nvSpPr>
        <p:spPr>
          <a:xfrm>
            <a:off x="8934200" y="7757825"/>
            <a:ext cx="4012986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간략한 내용을 입력해주세요</a:t>
            </a:r>
            <a:endParaRPr lang="en-US" dirty="0"/>
          </a:p>
        </p:txBody>
      </p:sp>
      <p:sp>
        <p:nvSpPr>
          <p:cNvPr id="55" name="Object 55"/>
          <p:cNvSpPr txBox="1"/>
          <p:nvPr/>
        </p:nvSpPr>
        <p:spPr>
          <a:xfrm>
            <a:off x="12351524" y="3640927"/>
            <a:ext cx="7172714" cy="13995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이곳에 키워드와 관련된 내용을 이곳에 입력해주세요.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도형의 크기를 상하좌우로 키워 자유롭게 사용하세요.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미리캔버스에서 나만의 디자인을 만들어보세요.</a:t>
            </a:r>
            <a:endParaRPr lang="en-US" dirty="0"/>
          </a:p>
        </p:txBody>
      </p:sp>
      <p:sp>
        <p:nvSpPr>
          <p:cNvPr id="56" name="Object 56"/>
          <p:cNvSpPr txBox="1"/>
          <p:nvPr/>
        </p:nvSpPr>
        <p:spPr>
          <a:xfrm>
            <a:off x="12351524" y="5529628"/>
            <a:ext cx="7172714" cy="13995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이곳에 키워드와 관련된 내용을 이곳에 입력해주세요.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도형의 크기를 상하좌우로 키워 자유롭게 사용하세요.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미리캔버스에서 나만의 디자인을 만들어보세요.</a:t>
            </a:r>
            <a:endParaRPr lang="en-US" dirty="0"/>
          </a:p>
        </p:txBody>
      </p:sp>
      <p:sp>
        <p:nvSpPr>
          <p:cNvPr id="57" name="Object 57"/>
          <p:cNvSpPr txBox="1"/>
          <p:nvPr/>
        </p:nvSpPr>
        <p:spPr>
          <a:xfrm>
            <a:off x="12332476" y="7342139"/>
            <a:ext cx="7172714" cy="13995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이곳에 키워드와 관련된 내용을 이곳에 입력해주세요.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도형의 크기를 상하좌우로 키워 자유롭게 사용하세요.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미리캔버스에서 나만의 디자인을 만들어보세요.</a:t>
            </a:r>
            <a:endParaRPr lang="en-US" dirty="0"/>
          </a:p>
        </p:txBody>
      </p:sp>
      <p:grpSp>
        <p:nvGrpSpPr>
          <p:cNvPr id="1014" name="그룹 1014"/>
          <p:cNvGrpSpPr/>
          <p:nvPr/>
        </p:nvGrpSpPr>
        <p:grpSpPr>
          <a:xfrm>
            <a:off x="2803047" y="5028143"/>
            <a:ext cx="603429" cy="603474"/>
            <a:chOff x="2803047" y="5028143"/>
            <a:chExt cx="603429" cy="603474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03047" y="5028143"/>
              <a:ext cx="603429" cy="6034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5238" y="3619048"/>
            <a:ext cx="3600000" cy="5035950"/>
            <a:chOff x="1295238" y="3619048"/>
            <a:chExt cx="3600000" cy="503595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238" y="3619048"/>
              <a:ext cx="3600000" cy="503595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438400" y="4717724"/>
            <a:ext cx="1209921" cy="1195238"/>
            <a:chOff x="2485317" y="4732261"/>
            <a:chExt cx="1209921" cy="119523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5317" y="4732261"/>
              <a:ext cx="1209921" cy="119523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899162" y="3657143"/>
            <a:ext cx="5971315" cy="1104425"/>
            <a:chOff x="5899162" y="3657143"/>
            <a:chExt cx="5971315" cy="1104425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3657143"/>
              <a:ext cx="5971315" cy="110442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791225" y="4171043"/>
            <a:ext cx="1102955" cy="176040"/>
            <a:chOff x="4791225" y="4171043"/>
            <a:chExt cx="1102955" cy="17604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91225" y="4171043"/>
              <a:ext cx="1102955" cy="17604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27" name="Object 27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30" name="Object 30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개발 제안</a:t>
            </a:r>
            <a:endParaRPr lang="en-US" dirty="0"/>
          </a:p>
        </p:txBody>
      </p:sp>
      <p:sp>
        <p:nvSpPr>
          <p:cNvPr id="31" name="Object 31"/>
          <p:cNvSpPr txBox="1"/>
          <p:nvPr/>
        </p:nvSpPr>
        <p:spPr>
          <a:xfrm>
            <a:off x="7785924" y="1512995"/>
            <a:ext cx="4070800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Proposal</a:t>
            </a:r>
            <a:endParaRPr lang="en-US" dirty="0"/>
          </a:p>
        </p:txBody>
      </p:sp>
      <p:sp>
        <p:nvSpPr>
          <p:cNvPr id="32" name="Object 32"/>
          <p:cNvSpPr txBox="1"/>
          <p:nvPr/>
        </p:nvSpPr>
        <p:spPr>
          <a:xfrm>
            <a:off x="1333443" y="6078967"/>
            <a:ext cx="3603074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i="1" dirty="0"/>
              <a:t>P</a:t>
            </a:r>
            <a:r>
              <a:rPr lang="ko-KR" altLang="en-US" sz="2800" b="1" i="1" dirty="0"/>
              <a:t>들을 위한 여행 스케줄러</a:t>
            </a:r>
            <a:endParaRPr lang="en-US" sz="2800" b="1" i="1" dirty="0"/>
          </a:p>
        </p:txBody>
      </p:sp>
      <p:sp>
        <p:nvSpPr>
          <p:cNvPr id="34" name="Object 34"/>
          <p:cNvSpPr txBox="1"/>
          <p:nvPr/>
        </p:nvSpPr>
        <p:spPr>
          <a:xfrm>
            <a:off x="5766954" y="3939993"/>
            <a:ext cx="1145367" cy="5391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35" name="Object 35"/>
          <p:cNvSpPr txBox="1"/>
          <p:nvPr/>
        </p:nvSpPr>
        <p:spPr>
          <a:xfrm>
            <a:off x="5172317" y="4658137"/>
            <a:ext cx="2359751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장점</a:t>
            </a:r>
            <a:endParaRPr lang="en-US" dirty="0"/>
          </a:p>
        </p:txBody>
      </p:sp>
      <p:sp>
        <p:nvSpPr>
          <p:cNvPr id="36" name="Object 36"/>
          <p:cNvSpPr txBox="1"/>
          <p:nvPr/>
        </p:nvSpPr>
        <p:spPr>
          <a:xfrm>
            <a:off x="6912320" y="4045907"/>
            <a:ext cx="4012986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간략한 내용을 입력해주세요</a:t>
            </a:r>
            <a:endParaRPr lang="en-US" dirty="0"/>
          </a:p>
        </p:txBody>
      </p:sp>
      <p:sp>
        <p:nvSpPr>
          <p:cNvPr id="37" name="Object 37"/>
          <p:cNvSpPr txBox="1"/>
          <p:nvPr/>
        </p:nvSpPr>
        <p:spPr>
          <a:xfrm>
            <a:off x="12351524" y="3863126"/>
            <a:ext cx="7172714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이곳에 키워드와 관련된 내용을 이곳에 입력해주세요.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도형의 크기를 상하좌우로 키워 자유롭게 사용하세요.</a:t>
            </a:r>
            <a:endParaRPr lang="en-US" dirty="0"/>
          </a:p>
        </p:txBody>
      </p:sp>
      <p:grpSp>
        <p:nvGrpSpPr>
          <p:cNvPr id="1010" name="그룹 1010"/>
          <p:cNvGrpSpPr/>
          <p:nvPr/>
        </p:nvGrpSpPr>
        <p:grpSpPr>
          <a:xfrm>
            <a:off x="5899162" y="4929414"/>
            <a:ext cx="5971315" cy="1104425"/>
            <a:chOff x="5899162" y="4929414"/>
            <a:chExt cx="5971315" cy="1104425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4929414"/>
              <a:ext cx="5971315" cy="1104425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4791225" y="5413164"/>
            <a:ext cx="1102955" cy="176040"/>
            <a:chOff x="4791225" y="5413164"/>
            <a:chExt cx="1102955" cy="176040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91225" y="5413164"/>
              <a:ext cx="1102955" cy="176040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5766953" y="5212259"/>
            <a:ext cx="1145367" cy="5391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46" name="Object 46"/>
          <p:cNvSpPr txBox="1"/>
          <p:nvPr/>
        </p:nvSpPr>
        <p:spPr>
          <a:xfrm>
            <a:off x="6990777" y="5267446"/>
            <a:ext cx="4012986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간략한 내용을 입력해주세요</a:t>
            </a:r>
            <a:endParaRPr lang="en-US" dirty="0"/>
          </a:p>
        </p:txBody>
      </p:sp>
      <p:grpSp>
        <p:nvGrpSpPr>
          <p:cNvPr id="1012" name="그룹 1012"/>
          <p:cNvGrpSpPr/>
          <p:nvPr/>
        </p:nvGrpSpPr>
        <p:grpSpPr>
          <a:xfrm>
            <a:off x="5899162" y="6201684"/>
            <a:ext cx="5971315" cy="1104425"/>
            <a:chOff x="5899162" y="6201684"/>
            <a:chExt cx="5971315" cy="1104425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6201684"/>
              <a:ext cx="5971315" cy="1104425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4791225" y="6650922"/>
            <a:ext cx="1102955" cy="176040"/>
            <a:chOff x="4791225" y="6650922"/>
            <a:chExt cx="1102955" cy="176040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91225" y="6650922"/>
              <a:ext cx="1102955" cy="17604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5766953" y="6554046"/>
            <a:ext cx="114536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54" name="Object 54"/>
          <p:cNvSpPr txBox="1"/>
          <p:nvPr/>
        </p:nvSpPr>
        <p:spPr>
          <a:xfrm>
            <a:off x="5159760" y="7201167"/>
            <a:ext cx="2359751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단점</a:t>
            </a:r>
            <a:endParaRPr lang="en-US" dirty="0"/>
          </a:p>
        </p:txBody>
      </p:sp>
      <p:sp>
        <p:nvSpPr>
          <p:cNvPr id="55" name="Object 55"/>
          <p:cNvSpPr txBox="1"/>
          <p:nvPr/>
        </p:nvSpPr>
        <p:spPr>
          <a:xfrm>
            <a:off x="6990777" y="6497865"/>
            <a:ext cx="401298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8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오버로드</a:t>
            </a:r>
            <a:endParaRPr lang="en-US" sz="2800" b="1" dirty="0"/>
          </a:p>
        </p:txBody>
      </p:sp>
      <p:grpSp>
        <p:nvGrpSpPr>
          <p:cNvPr id="1014" name="그룹 1014"/>
          <p:cNvGrpSpPr/>
          <p:nvPr/>
        </p:nvGrpSpPr>
        <p:grpSpPr>
          <a:xfrm>
            <a:off x="5899162" y="7473955"/>
            <a:ext cx="5971315" cy="1104425"/>
            <a:chOff x="5899162" y="7473955"/>
            <a:chExt cx="5971315" cy="1104425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7473955"/>
              <a:ext cx="5971315" cy="1104425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4791225" y="7930712"/>
            <a:ext cx="1102955" cy="176040"/>
            <a:chOff x="4791225" y="7930712"/>
            <a:chExt cx="1102955" cy="176040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91225" y="7930712"/>
              <a:ext cx="1102955" cy="176040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5766953" y="7826312"/>
            <a:ext cx="114536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64" name="Object 64"/>
          <p:cNvSpPr txBox="1"/>
          <p:nvPr/>
        </p:nvSpPr>
        <p:spPr>
          <a:xfrm>
            <a:off x="6990777" y="7749412"/>
            <a:ext cx="401298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400" b="1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정보의 질과 프라이버시 문제</a:t>
            </a:r>
            <a:endParaRPr lang="en-US" sz="2400" dirty="0"/>
          </a:p>
        </p:txBody>
      </p:sp>
      <p:sp>
        <p:nvSpPr>
          <p:cNvPr id="65" name="Object 65"/>
          <p:cNvSpPr txBox="1"/>
          <p:nvPr/>
        </p:nvSpPr>
        <p:spPr>
          <a:xfrm>
            <a:off x="12351524" y="5129667"/>
            <a:ext cx="7172714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이곳에 키워드와 관련된 내용을 이곳에 입력해주세요.</a:t>
            </a:r>
          </a:p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- 도형의 크기를 상하좌우로 키워 자유롭게 사용하세요.</a:t>
            </a:r>
            <a:endParaRPr lang="en-US" dirty="0"/>
          </a:p>
        </p:txBody>
      </p:sp>
      <p:sp>
        <p:nvSpPr>
          <p:cNvPr id="66" name="Object 66"/>
          <p:cNvSpPr txBox="1"/>
          <p:nvPr/>
        </p:nvSpPr>
        <p:spPr>
          <a:xfrm>
            <a:off x="12245925" y="6236242"/>
            <a:ext cx="5403076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사용자</a:t>
            </a:r>
            <a:r>
              <a:rPr lang="en-US" altLang="ko-KR" sz="1600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600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수의 증가로 인해 사용자가 많은 데이터를 입력하고</a:t>
            </a:r>
            <a:r>
              <a:rPr lang="en-US" altLang="ko-KR" sz="1600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대규모의 정보를 실시간으로 조회하는 과정에서 시스템 오버로드가 일어날 수 있으며 이를 해결하기 위해</a:t>
            </a:r>
            <a:r>
              <a:rPr lang="ko-KR" altLang="en-US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강력한 서버를 </a:t>
            </a:r>
            <a:r>
              <a:rPr lang="ko-KR" altLang="en-US" b="0" i="0" dirty="0" err="1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사용하는데에</a:t>
            </a:r>
            <a:r>
              <a:rPr lang="ko-KR" altLang="en-US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많은 비용과 노력이 들어갈 수 있습니다</a:t>
            </a:r>
            <a:r>
              <a:rPr lang="en-US" altLang="ko-KR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en-US" dirty="0"/>
          </a:p>
        </p:txBody>
      </p:sp>
      <p:sp>
        <p:nvSpPr>
          <p:cNvPr id="67" name="Object 67"/>
          <p:cNvSpPr txBox="1"/>
          <p:nvPr/>
        </p:nvSpPr>
        <p:spPr>
          <a:xfrm>
            <a:off x="12348210" y="7598922"/>
            <a:ext cx="502538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000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부정확하거나 오래된 정보를</a:t>
            </a:r>
            <a:r>
              <a:rPr lang="en-US" altLang="ko-KR" sz="2000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2000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걸러낼 수 있는 시스템이 따로 필요 할 수 있으며 </a:t>
            </a:r>
            <a:r>
              <a:rPr lang="en-US" altLang="ko-KR" sz="2000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1:1 </a:t>
            </a:r>
            <a:r>
              <a:rPr lang="ko-KR" altLang="en-US" sz="2000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대화를 통해 사용자의 프라이버시가 노출 될 수 있다</a:t>
            </a:r>
            <a:r>
              <a:rPr lang="en-US" altLang="ko-KR" sz="2000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en-US" sz="2000" dirty="0"/>
          </a:p>
        </p:txBody>
      </p:sp>
      <p:pic>
        <p:nvPicPr>
          <p:cNvPr id="4" name="그래픽 3" descr="연필 단색으로 채워진">
            <a:extLst>
              <a:ext uri="{FF2B5EF4-FFF2-40B4-BE49-F238E27FC236}">
                <a16:creationId xmlns:a16="http://schemas.microsoft.com/office/drawing/2014/main" id="{F586D741-CB77-223F-E2CA-F64FC1CC07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38038" y="4855564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33333" y="3280660"/>
            <a:ext cx="3575104" cy="3822653"/>
            <a:chOff x="1333333" y="3280660"/>
            <a:chExt cx="3575104" cy="3822653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2664562" y="3280660"/>
              <a:ext cx="912646" cy="926218"/>
              <a:chOff x="2664562" y="3280660"/>
              <a:chExt cx="912646" cy="926218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664562" y="3280660"/>
                <a:ext cx="912646" cy="926218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1333333" y="3541605"/>
              <a:ext cx="3575104" cy="3561707"/>
              <a:chOff x="1333333" y="3541605"/>
              <a:chExt cx="3575104" cy="3561707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33333" y="3541605"/>
                <a:ext cx="3575104" cy="3561707"/>
              </a:xfrm>
              <a:prstGeom prst="rect">
                <a:avLst/>
              </a:prstGeom>
            </p:spPr>
          </p:pic>
        </p:grpSp>
      </p:grpSp>
      <p:grpSp>
        <p:nvGrpSpPr>
          <p:cNvPr id="1005" name="그룹 1005"/>
          <p:cNvGrpSpPr/>
          <p:nvPr/>
        </p:nvGrpSpPr>
        <p:grpSpPr>
          <a:xfrm>
            <a:off x="5342054" y="3280660"/>
            <a:ext cx="3575104" cy="3822653"/>
            <a:chOff x="5342054" y="3280660"/>
            <a:chExt cx="3575104" cy="3822653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6673283" y="3280660"/>
              <a:ext cx="912646" cy="926218"/>
              <a:chOff x="6673283" y="3280660"/>
              <a:chExt cx="912646" cy="926218"/>
            </a:xfrm>
          </p:grpSpPr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673283" y="3280660"/>
                <a:ext cx="912646" cy="926218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5342054" y="3541605"/>
              <a:ext cx="3575104" cy="3561707"/>
              <a:chOff x="5342054" y="3541605"/>
              <a:chExt cx="3575104" cy="3561707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342054" y="3541605"/>
                <a:ext cx="3575104" cy="3561707"/>
              </a:xfrm>
              <a:prstGeom prst="rect">
                <a:avLst/>
              </a:prstGeom>
            </p:spPr>
          </p:pic>
        </p:grpSp>
      </p:grpSp>
      <p:grpSp>
        <p:nvGrpSpPr>
          <p:cNvPr id="1008" name="그룹 1008"/>
          <p:cNvGrpSpPr/>
          <p:nvPr/>
        </p:nvGrpSpPr>
        <p:grpSpPr>
          <a:xfrm>
            <a:off x="9350775" y="3280660"/>
            <a:ext cx="3575104" cy="3822653"/>
            <a:chOff x="9350775" y="3280660"/>
            <a:chExt cx="3575104" cy="3822653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0682004" y="3280660"/>
              <a:ext cx="912646" cy="926218"/>
              <a:chOff x="10682004" y="3280660"/>
              <a:chExt cx="912646" cy="926218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0682004" y="3280660"/>
                <a:ext cx="912646" cy="926218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9350775" y="3541605"/>
              <a:ext cx="3575104" cy="3561707"/>
              <a:chOff x="9350775" y="3541605"/>
              <a:chExt cx="3575104" cy="3561707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9350775" y="3541605"/>
                <a:ext cx="3575104" cy="3561707"/>
              </a:xfrm>
              <a:prstGeom prst="rect">
                <a:avLst/>
              </a:prstGeom>
            </p:spPr>
          </p:pic>
        </p:grpSp>
      </p:grpSp>
      <p:grpSp>
        <p:nvGrpSpPr>
          <p:cNvPr id="1011" name="그룹 1011"/>
          <p:cNvGrpSpPr/>
          <p:nvPr/>
        </p:nvGrpSpPr>
        <p:grpSpPr>
          <a:xfrm>
            <a:off x="13359496" y="3280660"/>
            <a:ext cx="3575104" cy="3822653"/>
            <a:chOff x="13359496" y="3280660"/>
            <a:chExt cx="3575104" cy="3822653"/>
          </a:xfrm>
        </p:grpSpPr>
        <p:grpSp>
          <p:nvGrpSpPr>
            <p:cNvPr id="1012" name="그룹 1012"/>
            <p:cNvGrpSpPr/>
            <p:nvPr/>
          </p:nvGrpSpPr>
          <p:grpSpPr>
            <a:xfrm>
              <a:off x="14690724" y="3280660"/>
              <a:ext cx="912646" cy="926218"/>
              <a:chOff x="14690724" y="3280660"/>
              <a:chExt cx="912646" cy="926218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690724" y="3280660"/>
                <a:ext cx="912646" cy="926218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13359496" y="3541605"/>
              <a:ext cx="3575104" cy="3561707"/>
              <a:chOff x="13359496" y="3541605"/>
              <a:chExt cx="3575104" cy="3561707"/>
            </a:xfrm>
          </p:grpSpPr>
          <p:pic>
            <p:nvPicPr>
              <p:cNvPr id="34" name="Object 33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359496" y="3541605"/>
                <a:ext cx="3575104" cy="3561707"/>
              </a:xfrm>
              <a:prstGeom prst="rect">
                <a:avLst/>
              </a:prstGeom>
            </p:spPr>
          </p:pic>
        </p:grpSp>
      </p:grpSp>
      <p:grpSp>
        <p:nvGrpSpPr>
          <p:cNvPr id="1014" name="그룹 1014"/>
          <p:cNvGrpSpPr/>
          <p:nvPr/>
        </p:nvGrpSpPr>
        <p:grpSpPr>
          <a:xfrm>
            <a:off x="1575104" y="7695238"/>
            <a:ext cx="3091563" cy="590476"/>
            <a:chOff x="1575104" y="7695238"/>
            <a:chExt cx="3091563" cy="590476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5104" y="7695238"/>
              <a:ext cx="3091563" cy="590476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5583825" y="7695238"/>
            <a:ext cx="3091563" cy="590476"/>
            <a:chOff x="5583825" y="7695238"/>
            <a:chExt cx="3091563" cy="590476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3825" y="7695238"/>
              <a:ext cx="3091563" cy="590476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9592546" y="7695238"/>
            <a:ext cx="3091563" cy="590476"/>
            <a:chOff x="9592546" y="7695238"/>
            <a:chExt cx="3091563" cy="590476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92546" y="7695238"/>
              <a:ext cx="3091563" cy="590476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3601266" y="7695238"/>
            <a:ext cx="3091563" cy="590476"/>
            <a:chOff x="13601266" y="7695238"/>
            <a:chExt cx="3091563" cy="590476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601266" y="7695238"/>
              <a:ext cx="3091563" cy="590476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2779205" y="7380645"/>
            <a:ext cx="664314" cy="176040"/>
            <a:chOff x="2779205" y="7380645"/>
            <a:chExt cx="664314" cy="176040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16200000">
              <a:off x="2779205" y="7380645"/>
              <a:ext cx="664314" cy="176040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6778691" y="7380645"/>
            <a:ext cx="664314" cy="176040"/>
            <a:chOff x="6778691" y="7380645"/>
            <a:chExt cx="664314" cy="176040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16200000">
              <a:off x="6778691" y="7380645"/>
              <a:ext cx="664314" cy="176040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10778178" y="7380645"/>
            <a:ext cx="664314" cy="176040"/>
            <a:chOff x="10778178" y="7380645"/>
            <a:chExt cx="664314" cy="176040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16200000">
              <a:off x="10778178" y="7380645"/>
              <a:ext cx="664314" cy="176040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14777664" y="7380645"/>
            <a:ext cx="664314" cy="176040"/>
            <a:chOff x="14777664" y="7380645"/>
            <a:chExt cx="664314" cy="176040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16200000">
              <a:off x="14777664" y="7380645"/>
              <a:ext cx="664314" cy="176040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2557726" y="3399783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62" name="Object 62"/>
          <p:cNvSpPr txBox="1"/>
          <p:nvPr/>
        </p:nvSpPr>
        <p:spPr>
          <a:xfrm>
            <a:off x="1868880" y="4644612"/>
            <a:ext cx="2523058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 입력</a:t>
            </a:r>
            <a:endParaRPr lang="en-US" dirty="0"/>
          </a:p>
        </p:txBody>
      </p:sp>
      <p:sp>
        <p:nvSpPr>
          <p:cNvPr id="63" name="Object 63"/>
          <p:cNvSpPr txBox="1"/>
          <p:nvPr/>
        </p:nvSpPr>
        <p:spPr>
          <a:xfrm>
            <a:off x="1411731" y="5034109"/>
            <a:ext cx="3437357" cy="139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간략한 내용을 입력해주세요. 이곳에 내용을 입력해주세요.</a:t>
            </a:r>
            <a:endParaRPr lang="en-US" dirty="0"/>
          </a:p>
        </p:txBody>
      </p:sp>
      <p:sp>
        <p:nvSpPr>
          <p:cNvPr id="64" name="Object 64"/>
          <p:cNvSpPr txBox="1"/>
          <p:nvPr/>
        </p:nvSpPr>
        <p:spPr>
          <a:xfrm>
            <a:off x="1724754" y="7748594"/>
            <a:ext cx="2792263" cy="4969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65" name="Object 65"/>
          <p:cNvSpPr txBox="1"/>
          <p:nvPr/>
        </p:nvSpPr>
        <p:spPr>
          <a:xfrm>
            <a:off x="6556925" y="3409307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66" name="Object 66"/>
          <p:cNvSpPr txBox="1"/>
          <p:nvPr/>
        </p:nvSpPr>
        <p:spPr>
          <a:xfrm>
            <a:off x="5868077" y="4654136"/>
            <a:ext cx="2523058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 입력</a:t>
            </a:r>
            <a:endParaRPr lang="en-US" dirty="0"/>
          </a:p>
        </p:txBody>
      </p:sp>
      <p:sp>
        <p:nvSpPr>
          <p:cNvPr id="67" name="Object 67"/>
          <p:cNvSpPr txBox="1"/>
          <p:nvPr/>
        </p:nvSpPr>
        <p:spPr>
          <a:xfrm>
            <a:off x="5410928" y="5043632"/>
            <a:ext cx="3437357" cy="139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간략한 내용을 입력해주세요. 이곳에 내용을 입력해주세요.</a:t>
            </a:r>
            <a:endParaRPr lang="en-US" dirty="0"/>
          </a:p>
        </p:txBody>
      </p:sp>
      <p:sp>
        <p:nvSpPr>
          <p:cNvPr id="68" name="Object 68"/>
          <p:cNvSpPr txBox="1"/>
          <p:nvPr/>
        </p:nvSpPr>
        <p:spPr>
          <a:xfrm>
            <a:off x="5723951" y="7758118"/>
            <a:ext cx="2792263" cy="4969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69" name="Object 69"/>
          <p:cNvSpPr txBox="1"/>
          <p:nvPr/>
        </p:nvSpPr>
        <p:spPr>
          <a:xfrm>
            <a:off x="10565677" y="3409307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70" name="Object 70"/>
          <p:cNvSpPr txBox="1"/>
          <p:nvPr/>
        </p:nvSpPr>
        <p:spPr>
          <a:xfrm>
            <a:off x="9876798" y="4654136"/>
            <a:ext cx="2523058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 입력</a:t>
            </a:r>
            <a:endParaRPr lang="en-US" dirty="0"/>
          </a:p>
        </p:txBody>
      </p:sp>
      <p:sp>
        <p:nvSpPr>
          <p:cNvPr id="71" name="Object 71"/>
          <p:cNvSpPr txBox="1"/>
          <p:nvPr/>
        </p:nvSpPr>
        <p:spPr>
          <a:xfrm>
            <a:off x="9419648" y="5043632"/>
            <a:ext cx="3437357" cy="139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간략한 내용을 입력해주세요. 이곳에 내용을 입력해주세요.</a:t>
            </a:r>
            <a:endParaRPr lang="en-US" dirty="0"/>
          </a:p>
        </p:txBody>
      </p:sp>
      <p:sp>
        <p:nvSpPr>
          <p:cNvPr id="72" name="Object 72"/>
          <p:cNvSpPr txBox="1"/>
          <p:nvPr/>
        </p:nvSpPr>
        <p:spPr>
          <a:xfrm>
            <a:off x="9732672" y="7758118"/>
            <a:ext cx="2792263" cy="4969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sp>
        <p:nvSpPr>
          <p:cNvPr id="73" name="Object 73"/>
          <p:cNvSpPr txBox="1"/>
          <p:nvPr/>
        </p:nvSpPr>
        <p:spPr>
          <a:xfrm>
            <a:off x="14583867" y="3409307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04</a:t>
            </a:r>
            <a:endParaRPr lang="en-US" dirty="0"/>
          </a:p>
        </p:txBody>
      </p:sp>
      <p:sp>
        <p:nvSpPr>
          <p:cNvPr id="74" name="Object 74"/>
          <p:cNvSpPr txBox="1"/>
          <p:nvPr/>
        </p:nvSpPr>
        <p:spPr>
          <a:xfrm>
            <a:off x="13895042" y="4654136"/>
            <a:ext cx="2523058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 입력</a:t>
            </a:r>
            <a:endParaRPr lang="en-US" dirty="0"/>
          </a:p>
        </p:txBody>
      </p:sp>
      <p:sp>
        <p:nvSpPr>
          <p:cNvPr id="75" name="Object 75"/>
          <p:cNvSpPr txBox="1"/>
          <p:nvPr/>
        </p:nvSpPr>
        <p:spPr>
          <a:xfrm>
            <a:off x="13437893" y="5043632"/>
            <a:ext cx="3437357" cy="139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간략한 내용을 입력해주세요. 이곳에 내용을 입력해주세요.</a:t>
            </a:r>
            <a:endParaRPr lang="en-US" dirty="0"/>
          </a:p>
        </p:txBody>
      </p:sp>
      <p:sp>
        <p:nvSpPr>
          <p:cNvPr id="76" name="Object 76"/>
          <p:cNvSpPr txBox="1"/>
          <p:nvPr/>
        </p:nvSpPr>
        <p:spPr>
          <a:xfrm>
            <a:off x="13750916" y="7758118"/>
            <a:ext cx="2792263" cy="4969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grpSp>
        <p:nvGrpSpPr>
          <p:cNvPr id="1022" name="그룹 1022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78" name="Object 7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81" name="Object 8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25" name="그룹 1025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85" name="Object 84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87" name="Object 87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90" name="Object 90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개발 제안</a:t>
            </a:r>
            <a:endParaRPr lang="en-US" dirty="0"/>
          </a:p>
        </p:txBody>
      </p:sp>
      <p:sp>
        <p:nvSpPr>
          <p:cNvPr id="91" name="Object 91"/>
          <p:cNvSpPr txBox="1"/>
          <p:nvPr/>
        </p:nvSpPr>
        <p:spPr>
          <a:xfrm>
            <a:off x="7785924" y="1512995"/>
            <a:ext cx="4070800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Proposal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5238" y="3495238"/>
            <a:ext cx="3352381" cy="5159759"/>
            <a:chOff x="1295238" y="3495238"/>
            <a:chExt cx="3352381" cy="515975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238" y="3495238"/>
              <a:ext cx="3352381" cy="515975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088889" y="7058513"/>
            <a:ext cx="8088889" cy="405286"/>
            <a:chOff x="7088889" y="7058513"/>
            <a:chExt cx="8088889" cy="4052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8889" y="7058513"/>
              <a:ext cx="8088889" cy="4052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266667" y="7776909"/>
            <a:ext cx="9733333" cy="878089"/>
            <a:chOff x="6266667" y="7776909"/>
            <a:chExt cx="9733333" cy="87808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6667" y="7776909"/>
              <a:ext cx="9733333" cy="87808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747774" y="7398568"/>
            <a:ext cx="771118" cy="176040"/>
            <a:chOff x="10747774" y="7398568"/>
            <a:chExt cx="771118" cy="17604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16200000">
              <a:off x="10747774" y="7398568"/>
              <a:ext cx="771118" cy="17604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436459" y="3473823"/>
            <a:ext cx="3353364" cy="3610116"/>
            <a:chOff x="5436459" y="3473823"/>
            <a:chExt cx="3353364" cy="361011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6655773" y="3473823"/>
              <a:ext cx="914736" cy="928505"/>
              <a:chOff x="6655773" y="3473823"/>
              <a:chExt cx="914736" cy="928505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655773" y="3473823"/>
                <a:ext cx="914736" cy="928505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5436459" y="3740489"/>
              <a:ext cx="3353364" cy="3343449"/>
              <a:chOff x="5436459" y="3740489"/>
              <a:chExt cx="3353364" cy="3343449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436459" y="3740489"/>
                <a:ext cx="3353364" cy="3343449"/>
              </a:xfrm>
              <a:prstGeom prst="rect">
                <a:avLst/>
              </a:prstGeom>
            </p:spPr>
          </p:pic>
        </p:grpSp>
      </p:grpSp>
      <p:grpSp>
        <p:nvGrpSpPr>
          <p:cNvPr id="1009" name="그룹 1009"/>
          <p:cNvGrpSpPr/>
          <p:nvPr/>
        </p:nvGrpSpPr>
        <p:grpSpPr>
          <a:xfrm>
            <a:off x="9443872" y="3473823"/>
            <a:ext cx="3353364" cy="3610116"/>
            <a:chOff x="9443872" y="3473823"/>
            <a:chExt cx="3353364" cy="3610116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10663186" y="3473823"/>
              <a:ext cx="914736" cy="928505"/>
              <a:chOff x="10663186" y="3473823"/>
              <a:chExt cx="914736" cy="928505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663186" y="3473823"/>
                <a:ext cx="914736" cy="928505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9443872" y="3740489"/>
              <a:ext cx="3353364" cy="3343449"/>
              <a:chOff x="9443872" y="3740489"/>
              <a:chExt cx="3353364" cy="3343449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443872" y="3740489"/>
                <a:ext cx="3353364" cy="3343449"/>
              </a:xfrm>
              <a:prstGeom prst="rect">
                <a:avLst/>
              </a:prstGeom>
            </p:spPr>
          </p:pic>
        </p:grpSp>
      </p:grpSp>
      <p:grpSp>
        <p:nvGrpSpPr>
          <p:cNvPr id="1012" name="그룹 1012"/>
          <p:cNvGrpSpPr/>
          <p:nvPr/>
        </p:nvGrpSpPr>
        <p:grpSpPr>
          <a:xfrm>
            <a:off x="13451285" y="3473823"/>
            <a:ext cx="3353364" cy="3610116"/>
            <a:chOff x="13451285" y="3473823"/>
            <a:chExt cx="3353364" cy="3610116"/>
          </a:xfrm>
        </p:grpSpPr>
        <p:grpSp>
          <p:nvGrpSpPr>
            <p:cNvPr id="1013" name="그룹 1013"/>
            <p:cNvGrpSpPr/>
            <p:nvPr/>
          </p:nvGrpSpPr>
          <p:grpSpPr>
            <a:xfrm>
              <a:off x="14670599" y="3473823"/>
              <a:ext cx="914736" cy="928505"/>
              <a:chOff x="14670599" y="3473823"/>
              <a:chExt cx="914736" cy="928505"/>
            </a:xfrm>
          </p:grpSpPr>
          <p:pic>
            <p:nvPicPr>
              <p:cNvPr id="35" name="Object 3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670599" y="3473823"/>
                <a:ext cx="914736" cy="928505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13451285" y="3740489"/>
              <a:ext cx="3353364" cy="3343449"/>
              <a:chOff x="13451285" y="3740489"/>
              <a:chExt cx="3353364" cy="3343449"/>
            </a:xfrm>
          </p:grpSpPr>
          <p:pic>
            <p:nvPicPr>
              <p:cNvPr id="38" name="Object 3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3451285" y="3740489"/>
                <a:ext cx="3353364" cy="3343449"/>
              </a:xfrm>
              <a:prstGeom prst="rect">
                <a:avLst/>
              </a:prstGeom>
            </p:spPr>
          </p:pic>
        </p:grpSp>
      </p:grpSp>
      <p:grpSp>
        <p:nvGrpSpPr>
          <p:cNvPr id="1015" name="그룹 1015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18" name="그룹 1018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49" name="Object 48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51" name="Object 51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54" name="Object 54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개발 제안</a:t>
            </a:r>
            <a:endParaRPr lang="en-US" dirty="0"/>
          </a:p>
        </p:txBody>
      </p:sp>
      <p:sp>
        <p:nvSpPr>
          <p:cNvPr id="55" name="Object 55"/>
          <p:cNvSpPr txBox="1"/>
          <p:nvPr/>
        </p:nvSpPr>
        <p:spPr>
          <a:xfrm>
            <a:off x="7785924" y="1512995"/>
            <a:ext cx="4070800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Proposal</a:t>
            </a:r>
            <a:endParaRPr lang="en-US" dirty="0"/>
          </a:p>
        </p:txBody>
      </p:sp>
      <p:sp>
        <p:nvSpPr>
          <p:cNvPr id="56" name="Object 56"/>
          <p:cNvSpPr txBox="1"/>
          <p:nvPr/>
        </p:nvSpPr>
        <p:spPr>
          <a:xfrm>
            <a:off x="6547167" y="3574629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57" name="Object 57"/>
          <p:cNvSpPr txBox="1"/>
          <p:nvPr/>
        </p:nvSpPr>
        <p:spPr>
          <a:xfrm>
            <a:off x="5858322" y="4667077"/>
            <a:ext cx="2523058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 입력</a:t>
            </a:r>
            <a:endParaRPr lang="en-US" dirty="0"/>
          </a:p>
        </p:txBody>
      </p:sp>
      <p:sp>
        <p:nvSpPr>
          <p:cNvPr id="58" name="Object 58"/>
          <p:cNvSpPr txBox="1"/>
          <p:nvPr/>
        </p:nvSpPr>
        <p:spPr>
          <a:xfrm>
            <a:off x="5401172" y="5056574"/>
            <a:ext cx="3437357" cy="139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간략한 내용을 입력해주세요. 이곳에 내용을 입력해주세요.</a:t>
            </a:r>
            <a:endParaRPr lang="en-US" dirty="0"/>
          </a:p>
        </p:txBody>
      </p:sp>
      <p:sp>
        <p:nvSpPr>
          <p:cNvPr id="59" name="Object 59"/>
          <p:cNvSpPr txBox="1"/>
          <p:nvPr/>
        </p:nvSpPr>
        <p:spPr>
          <a:xfrm>
            <a:off x="10546366" y="3584153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60" name="Object 60"/>
          <p:cNvSpPr txBox="1"/>
          <p:nvPr/>
        </p:nvSpPr>
        <p:spPr>
          <a:xfrm>
            <a:off x="9857519" y="4676601"/>
            <a:ext cx="2523058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 입력</a:t>
            </a:r>
            <a:endParaRPr lang="en-US" dirty="0"/>
          </a:p>
        </p:txBody>
      </p:sp>
      <p:sp>
        <p:nvSpPr>
          <p:cNvPr id="61" name="Object 61"/>
          <p:cNvSpPr txBox="1"/>
          <p:nvPr/>
        </p:nvSpPr>
        <p:spPr>
          <a:xfrm>
            <a:off x="9400369" y="5066098"/>
            <a:ext cx="3437357" cy="139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간략한 내용을 입력해주세요. 이곳에 내용을 입력해주세요.</a:t>
            </a:r>
            <a:endParaRPr lang="en-US" dirty="0"/>
          </a:p>
        </p:txBody>
      </p:sp>
      <p:sp>
        <p:nvSpPr>
          <p:cNvPr id="62" name="Object 62"/>
          <p:cNvSpPr txBox="1"/>
          <p:nvPr/>
        </p:nvSpPr>
        <p:spPr>
          <a:xfrm>
            <a:off x="14555118" y="3584153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63" name="Object 63"/>
          <p:cNvSpPr txBox="1"/>
          <p:nvPr/>
        </p:nvSpPr>
        <p:spPr>
          <a:xfrm>
            <a:off x="13866239" y="4676601"/>
            <a:ext cx="2523058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 입력</a:t>
            </a:r>
            <a:endParaRPr lang="en-US" dirty="0"/>
          </a:p>
        </p:txBody>
      </p:sp>
      <p:sp>
        <p:nvSpPr>
          <p:cNvPr id="64" name="Object 64"/>
          <p:cNvSpPr txBox="1"/>
          <p:nvPr/>
        </p:nvSpPr>
        <p:spPr>
          <a:xfrm>
            <a:off x="13409090" y="5066098"/>
            <a:ext cx="3437357" cy="1399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키워드와 관련된 간략한 내용을 입력해주세요. 이곳에 내용을 입력해주세요.</a:t>
            </a:r>
            <a:endParaRPr lang="en-US" dirty="0"/>
          </a:p>
        </p:txBody>
      </p:sp>
      <p:sp>
        <p:nvSpPr>
          <p:cNvPr id="65" name="Object 65"/>
          <p:cNvSpPr txBox="1"/>
          <p:nvPr/>
        </p:nvSpPr>
        <p:spPr>
          <a:xfrm>
            <a:off x="6022732" y="7986710"/>
            <a:ext cx="10221203" cy="4969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위의 도표 내용을 요약하는 핵심 문장을 입력해주세요.</a:t>
            </a:r>
            <a:endParaRPr lang="en-US" dirty="0"/>
          </a:p>
        </p:txBody>
      </p:sp>
      <p:sp>
        <p:nvSpPr>
          <p:cNvPr id="66" name="Object 66"/>
          <p:cNvSpPr txBox="1"/>
          <p:nvPr/>
        </p:nvSpPr>
        <p:spPr>
          <a:xfrm>
            <a:off x="1306976" y="4258894"/>
            <a:ext cx="3394487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 입력</a:t>
            </a:r>
            <a:endParaRPr lang="en-US" dirty="0"/>
          </a:p>
        </p:txBody>
      </p:sp>
      <p:grpSp>
        <p:nvGrpSpPr>
          <p:cNvPr id="1019" name="그룹 1019"/>
          <p:cNvGrpSpPr/>
          <p:nvPr/>
        </p:nvGrpSpPr>
        <p:grpSpPr>
          <a:xfrm>
            <a:off x="1847716" y="4980948"/>
            <a:ext cx="2313005" cy="14286"/>
            <a:chOff x="1847716" y="4980948"/>
            <a:chExt cx="2313005" cy="14286"/>
          </a:xfrm>
        </p:grpSpPr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10800000">
              <a:off x="1847716" y="4980948"/>
              <a:ext cx="2313005" cy="14286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1760819" y="4766498"/>
            <a:ext cx="3730200" cy="37599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핵심 키워드와 관련된 내용을 간략하게 입력해주세요. 이곳에 내용을 입력해주세요. 우측 도표의 내용을 요약하는 내용 또는 페이지를 요약하는 내용을 이곳에 입력해주세요. 그래프와 도표를 용도에 맞게 자유롭게 활용해주세요.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0476" y="3552381"/>
            <a:ext cx="6838095" cy="2142857"/>
            <a:chOff x="1290476" y="3552381"/>
            <a:chExt cx="6838095" cy="214285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476" y="3552381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161905" y="3552381"/>
            <a:ext cx="6838095" cy="2142857"/>
            <a:chOff x="10161905" y="3552381"/>
            <a:chExt cx="6838095" cy="2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61905" y="3552381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800000" y="6583333"/>
            <a:ext cx="12709524" cy="1978571"/>
            <a:chOff x="2800000" y="6583333"/>
            <a:chExt cx="12709524" cy="1978571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00000" y="6583333"/>
              <a:ext cx="12709524" cy="1978571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556944" y="4931719"/>
            <a:ext cx="1209921" cy="1195238"/>
            <a:chOff x="8556944" y="4931719"/>
            <a:chExt cx="1209921" cy="1195238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56944" y="4931719"/>
              <a:ext cx="1209921" cy="1195238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8042116" y="4533785"/>
            <a:ext cx="754710" cy="397935"/>
            <a:chOff x="8042116" y="4533785"/>
            <a:chExt cx="754710" cy="397935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42116" y="4533785"/>
              <a:ext cx="754710" cy="397935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9497354" y="4533785"/>
            <a:ext cx="749407" cy="397935"/>
            <a:chOff x="9497354" y="4533785"/>
            <a:chExt cx="749407" cy="397935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97354" y="4533785"/>
              <a:ext cx="749407" cy="397935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33" name="Object 33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36" name="Object 36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개발 제안</a:t>
            </a:r>
            <a:endParaRPr lang="en-US" dirty="0"/>
          </a:p>
        </p:txBody>
      </p:sp>
      <p:sp>
        <p:nvSpPr>
          <p:cNvPr id="37" name="Object 37"/>
          <p:cNvSpPr txBox="1"/>
          <p:nvPr/>
        </p:nvSpPr>
        <p:spPr>
          <a:xfrm>
            <a:off x="7785924" y="1512995"/>
            <a:ext cx="4070800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Proposal</a:t>
            </a:r>
            <a:endParaRPr lang="en-US" dirty="0"/>
          </a:p>
        </p:txBody>
      </p:sp>
      <p:sp>
        <p:nvSpPr>
          <p:cNvPr id="38" name="Object 38"/>
          <p:cNvSpPr txBox="1"/>
          <p:nvPr/>
        </p:nvSpPr>
        <p:spPr>
          <a:xfrm>
            <a:off x="7099548" y="4457864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39" name="Object 39"/>
          <p:cNvSpPr txBox="1"/>
          <p:nvPr/>
        </p:nvSpPr>
        <p:spPr>
          <a:xfrm>
            <a:off x="7242403" y="4169016"/>
            <a:ext cx="859658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항목</a:t>
            </a:r>
            <a:endParaRPr lang="en-US" dirty="0"/>
          </a:p>
        </p:txBody>
      </p:sp>
      <p:sp>
        <p:nvSpPr>
          <p:cNvPr id="40" name="Object 40"/>
          <p:cNvSpPr txBox="1"/>
          <p:nvPr/>
        </p:nvSpPr>
        <p:spPr>
          <a:xfrm>
            <a:off x="10055867" y="4457859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41" name="Object 41"/>
          <p:cNvSpPr txBox="1"/>
          <p:nvPr/>
        </p:nvSpPr>
        <p:spPr>
          <a:xfrm>
            <a:off x="10198722" y="4169016"/>
            <a:ext cx="859658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항목</a:t>
            </a:r>
            <a:endParaRPr lang="en-US" dirty="0"/>
          </a:p>
        </p:txBody>
      </p:sp>
      <p:sp>
        <p:nvSpPr>
          <p:cNvPr id="42" name="Object 42"/>
          <p:cNvSpPr txBox="1"/>
          <p:nvPr/>
        </p:nvSpPr>
        <p:spPr>
          <a:xfrm>
            <a:off x="2423861" y="7404745"/>
            <a:ext cx="1685653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43" name="Object 43"/>
          <p:cNvSpPr txBox="1"/>
          <p:nvPr/>
        </p:nvSpPr>
        <p:spPr>
          <a:xfrm>
            <a:off x="2846382" y="7125419"/>
            <a:ext cx="859658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항목</a:t>
            </a:r>
            <a:endParaRPr lang="en-US" dirty="0"/>
          </a:p>
        </p:txBody>
      </p:sp>
      <p:grpSp>
        <p:nvGrpSpPr>
          <p:cNvPr id="1012" name="그룹 1012"/>
          <p:cNvGrpSpPr/>
          <p:nvPr/>
        </p:nvGrpSpPr>
        <p:grpSpPr>
          <a:xfrm>
            <a:off x="8871424" y="5238868"/>
            <a:ext cx="580962" cy="580941"/>
            <a:chOff x="8871424" y="5238868"/>
            <a:chExt cx="580962" cy="580941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71424" y="5238868"/>
              <a:ext cx="580962" cy="580941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357378" y="3857399"/>
            <a:ext cx="5473579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내용을 입력해주세요</a:t>
            </a:r>
            <a:endParaRPr lang="en-US" dirty="0"/>
          </a:p>
        </p:txBody>
      </p:sp>
      <p:grpSp>
        <p:nvGrpSpPr>
          <p:cNvPr id="1013" name="그룹 1013"/>
          <p:cNvGrpSpPr/>
          <p:nvPr/>
        </p:nvGrpSpPr>
        <p:grpSpPr>
          <a:xfrm>
            <a:off x="1926888" y="4446122"/>
            <a:ext cx="4910024" cy="14286"/>
            <a:chOff x="1926888" y="4446122"/>
            <a:chExt cx="4910024" cy="14286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10800000">
              <a:off x="1926888" y="4446122"/>
              <a:ext cx="4910024" cy="1428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-657289" y="4435611"/>
            <a:ext cx="7495382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관련된 내용을 입력해주세요. 도형의 크기를 자유롭게 변형시켜 용도에 맞춰 자유롭게 활용해보세요.</a:t>
            </a:r>
            <a:endParaRPr lang="en-US" dirty="0"/>
          </a:p>
        </p:txBody>
      </p:sp>
      <p:sp>
        <p:nvSpPr>
          <p:cNvPr id="52" name="Object 52"/>
          <p:cNvSpPr txBox="1"/>
          <p:nvPr/>
        </p:nvSpPr>
        <p:spPr>
          <a:xfrm>
            <a:off x="11372245" y="3857399"/>
            <a:ext cx="5473579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내용을 입력해주세요</a:t>
            </a:r>
            <a:endParaRPr lang="en-US" dirty="0"/>
          </a:p>
        </p:txBody>
      </p:sp>
      <p:grpSp>
        <p:nvGrpSpPr>
          <p:cNvPr id="1014" name="그룹 1014"/>
          <p:cNvGrpSpPr/>
          <p:nvPr/>
        </p:nvGrpSpPr>
        <p:grpSpPr>
          <a:xfrm>
            <a:off x="11372245" y="4446122"/>
            <a:ext cx="4910024" cy="14286"/>
            <a:chOff x="11372245" y="4446122"/>
            <a:chExt cx="4910024" cy="14286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10800000">
              <a:off x="11372245" y="4446122"/>
              <a:ext cx="4910024" cy="14286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11372245" y="4435611"/>
            <a:ext cx="7495382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관련된 내용을 입력해주세요. 도형의 크기를 자유롭게 변형시켜 용도에 맞춰 자유롭게 활용해보세요.</a:t>
            </a:r>
            <a:endParaRPr lang="en-US" dirty="0"/>
          </a:p>
        </p:txBody>
      </p:sp>
      <p:sp>
        <p:nvSpPr>
          <p:cNvPr id="57" name="Object 57"/>
          <p:cNvSpPr txBox="1"/>
          <p:nvPr/>
        </p:nvSpPr>
        <p:spPr>
          <a:xfrm>
            <a:off x="3571429" y="6869827"/>
            <a:ext cx="11142857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항목과 관련된 내용을 입력해주세요</a:t>
            </a:r>
            <a:endParaRPr lang="en-US" dirty="0"/>
          </a:p>
        </p:txBody>
      </p:sp>
      <p:grpSp>
        <p:nvGrpSpPr>
          <p:cNvPr id="1015" name="그룹 1015"/>
          <p:cNvGrpSpPr/>
          <p:nvPr/>
        </p:nvGrpSpPr>
        <p:grpSpPr>
          <a:xfrm>
            <a:off x="4057052" y="7458549"/>
            <a:ext cx="10934136" cy="14286"/>
            <a:chOff x="4057052" y="7458549"/>
            <a:chExt cx="10934136" cy="14286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-10800000">
              <a:off x="4057052" y="7458549"/>
              <a:ext cx="10934136" cy="14286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2100306" y="7448040"/>
            <a:ext cx="14896776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관련된 내용을 입력해주세요. 도형의 크기를 자유롭게 변형시켜 용도에 맞춰 자유롭게 활용해보세요. 이곳에 관련된 내용을 입력해주세요. 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16" name="그룹 1016"/>
          <p:cNvGrpSpPr/>
          <p:nvPr/>
        </p:nvGrpSpPr>
        <p:grpSpPr>
          <a:xfrm>
            <a:off x="8914210" y="6316742"/>
            <a:ext cx="547619" cy="176040"/>
            <a:chOff x="8914210" y="6316742"/>
            <a:chExt cx="547619" cy="176040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-16200000">
              <a:off x="8914210" y="6316742"/>
              <a:ext cx="547619" cy="176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0476" y="3552381"/>
            <a:ext cx="6838095" cy="2142857"/>
            <a:chOff x="1290476" y="3552381"/>
            <a:chExt cx="6838095" cy="214285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476" y="3552381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161905" y="3552381"/>
            <a:ext cx="6838095" cy="2142857"/>
            <a:chOff x="10161905" y="3552381"/>
            <a:chExt cx="6838095" cy="2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61905" y="3552381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90476" y="6419048"/>
            <a:ext cx="6838095" cy="2142857"/>
            <a:chOff x="1290476" y="6419048"/>
            <a:chExt cx="6838095" cy="2142857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476" y="6419048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157143" y="6419048"/>
            <a:ext cx="6838095" cy="2142857"/>
            <a:chOff x="10157143" y="6419048"/>
            <a:chExt cx="6838095" cy="2142857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57143" y="6419048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8556944" y="5364286"/>
            <a:ext cx="1209921" cy="1195238"/>
            <a:chOff x="8556944" y="5364286"/>
            <a:chExt cx="1209921" cy="119523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6944" y="5364286"/>
              <a:ext cx="1209921" cy="119523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047619" y="4533785"/>
            <a:ext cx="749206" cy="795869"/>
            <a:chOff x="8047619" y="4533785"/>
            <a:chExt cx="749206" cy="79586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7619" y="4533785"/>
              <a:ext cx="749206" cy="79586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497354" y="4533785"/>
            <a:ext cx="777979" cy="795869"/>
            <a:chOff x="9497354" y="4533785"/>
            <a:chExt cx="777979" cy="79586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97354" y="4533785"/>
              <a:ext cx="777979" cy="79586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8047619" y="6608893"/>
            <a:ext cx="749206" cy="795869"/>
            <a:chOff x="8047619" y="6608893"/>
            <a:chExt cx="749206" cy="795869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47619" y="6608893"/>
              <a:ext cx="749206" cy="795869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9497354" y="6608893"/>
            <a:ext cx="777979" cy="795869"/>
            <a:chOff x="9497354" y="6608893"/>
            <a:chExt cx="777979" cy="795869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97354" y="6608893"/>
              <a:ext cx="777979" cy="79586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40" name="Object 39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42" name="Object 42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45" name="Object 45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개발 제안</a:t>
            </a:r>
            <a:endParaRPr lang="en-US" dirty="0"/>
          </a:p>
        </p:txBody>
      </p:sp>
      <p:sp>
        <p:nvSpPr>
          <p:cNvPr id="46" name="Object 46"/>
          <p:cNvSpPr txBox="1"/>
          <p:nvPr/>
        </p:nvSpPr>
        <p:spPr>
          <a:xfrm>
            <a:off x="7785924" y="1512995"/>
            <a:ext cx="4070800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Proposal</a:t>
            </a:r>
            <a:endParaRPr lang="en-US" dirty="0"/>
          </a:p>
        </p:txBody>
      </p:sp>
      <p:sp>
        <p:nvSpPr>
          <p:cNvPr id="47" name="Object 47"/>
          <p:cNvSpPr txBox="1"/>
          <p:nvPr/>
        </p:nvSpPr>
        <p:spPr>
          <a:xfrm>
            <a:off x="7109072" y="4448340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48" name="Object 48"/>
          <p:cNvSpPr txBox="1"/>
          <p:nvPr/>
        </p:nvSpPr>
        <p:spPr>
          <a:xfrm>
            <a:off x="7251927" y="4169016"/>
            <a:ext cx="859658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항목</a:t>
            </a:r>
            <a:endParaRPr lang="en-US" dirty="0"/>
          </a:p>
        </p:txBody>
      </p:sp>
      <p:sp>
        <p:nvSpPr>
          <p:cNvPr id="49" name="Object 49"/>
          <p:cNvSpPr txBox="1"/>
          <p:nvPr/>
        </p:nvSpPr>
        <p:spPr>
          <a:xfrm>
            <a:off x="10074915" y="444833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50" name="Object 50"/>
          <p:cNvSpPr txBox="1"/>
          <p:nvPr/>
        </p:nvSpPr>
        <p:spPr>
          <a:xfrm>
            <a:off x="10217790" y="4169016"/>
            <a:ext cx="859658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항목</a:t>
            </a:r>
            <a:endParaRPr lang="en-US" dirty="0"/>
          </a:p>
        </p:txBody>
      </p:sp>
      <p:sp>
        <p:nvSpPr>
          <p:cNvPr id="51" name="Object 51"/>
          <p:cNvSpPr txBox="1"/>
          <p:nvPr/>
        </p:nvSpPr>
        <p:spPr>
          <a:xfrm>
            <a:off x="6980571" y="7347602"/>
            <a:ext cx="1383314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52" name="Object 52"/>
          <p:cNvSpPr txBox="1"/>
          <p:nvPr/>
        </p:nvSpPr>
        <p:spPr>
          <a:xfrm>
            <a:off x="7242403" y="7068277"/>
            <a:ext cx="859658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항목</a:t>
            </a:r>
            <a:endParaRPr lang="en-US" dirty="0"/>
          </a:p>
        </p:txBody>
      </p:sp>
      <p:sp>
        <p:nvSpPr>
          <p:cNvPr id="53" name="Object 53"/>
          <p:cNvSpPr txBox="1"/>
          <p:nvPr/>
        </p:nvSpPr>
        <p:spPr>
          <a:xfrm>
            <a:off x="10046344" y="7347602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04</a:t>
            </a:r>
            <a:endParaRPr lang="en-US" dirty="0"/>
          </a:p>
        </p:txBody>
      </p:sp>
      <p:sp>
        <p:nvSpPr>
          <p:cNvPr id="54" name="Object 54"/>
          <p:cNvSpPr txBox="1"/>
          <p:nvPr/>
        </p:nvSpPr>
        <p:spPr>
          <a:xfrm>
            <a:off x="10189219" y="7068277"/>
            <a:ext cx="859658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항목</a:t>
            </a:r>
            <a:endParaRPr lang="en-US" dirty="0"/>
          </a:p>
        </p:txBody>
      </p:sp>
      <p:grpSp>
        <p:nvGrpSpPr>
          <p:cNvPr id="1015" name="그룹 1015"/>
          <p:cNvGrpSpPr/>
          <p:nvPr/>
        </p:nvGrpSpPr>
        <p:grpSpPr>
          <a:xfrm>
            <a:off x="8871424" y="5671434"/>
            <a:ext cx="580962" cy="580941"/>
            <a:chOff x="8871424" y="5671434"/>
            <a:chExt cx="580962" cy="580941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71424" y="5671434"/>
              <a:ext cx="580962" cy="580941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1357378" y="3857399"/>
            <a:ext cx="5473579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내용을 입력해주세요</a:t>
            </a:r>
            <a:endParaRPr lang="en-US" dirty="0"/>
          </a:p>
        </p:txBody>
      </p:sp>
      <p:grpSp>
        <p:nvGrpSpPr>
          <p:cNvPr id="1016" name="그룹 1016"/>
          <p:cNvGrpSpPr/>
          <p:nvPr/>
        </p:nvGrpSpPr>
        <p:grpSpPr>
          <a:xfrm>
            <a:off x="1926888" y="4446122"/>
            <a:ext cx="4910024" cy="14286"/>
            <a:chOff x="1926888" y="4446122"/>
            <a:chExt cx="4910024" cy="14286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10800000">
              <a:off x="1926888" y="4446122"/>
              <a:ext cx="4910024" cy="14286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-657289" y="4435611"/>
            <a:ext cx="7495382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관련된 내용을 입력해주세요. 도형의 크기를 자유롭게 변형시켜 용도에 맞춰 자유롭게 활용해보세요.</a:t>
            </a:r>
            <a:endParaRPr lang="en-US" dirty="0"/>
          </a:p>
        </p:txBody>
      </p:sp>
      <p:sp>
        <p:nvSpPr>
          <p:cNvPr id="63" name="Object 63"/>
          <p:cNvSpPr txBox="1"/>
          <p:nvPr/>
        </p:nvSpPr>
        <p:spPr>
          <a:xfrm>
            <a:off x="1357378" y="6793635"/>
            <a:ext cx="5473579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내용을 입력해주세요</a:t>
            </a:r>
            <a:endParaRPr lang="en-US" dirty="0"/>
          </a:p>
        </p:txBody>
      </p:sp>
      <p:grpSp>
        <p:nvGrpSpPr>
          <p:cNvPr id="1017" name="그룹 1017"/>
          <p:cNvGrpSpPr/>
          <p:nvPr/>
        </p:nvGrpSpPr>
        <p:grpSpPr>
          <a:xfrm>
            <a:off x="1926888" y="7382359"/>
            <a:ext cx="4910024" cy="14286"/>
            <a:chOff x="1926888" y="7382359"/>
            <a:chExt cx="4910024" cy="14286"/>
          </a:xfrm>
        </p:grpSpPr>
        <p:pic>
          <p:nvPicPr>
            <p:cNvPr id="65" name="Object 6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10800000">
              <a:off x="1926888" y="7382359"/>
              <a:ext cx="4910024" cy="14286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-657289" y="7371848"/>
            <a:ext cx="7495382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관련된 내용을 입력해주세요. 도형의 크기를 자유롭게 변형시켜 용도에 맞춰 자유롭게 활용해보세요.</a:t>
            </a:r>
            <a:endParaRPr lang="en-US" dirty="0"/>
          </a:p>
        </p:txBody>
      </p:sp>
      <p:sp>
        <p:nvSpPr>
          <p:cNvPr id="68" name="Object 68"/>
          <p:cNvSpPr txBox="1"/>
          <p:nvPr/>
        </p:nvSpPr>
        <p:spPr>
          <a:xfrm>
            <a:off x="11372245" y="3857399"/>
            <a:ext cx="5473579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내용을 입력해주세요</a:t>
            </a:r>
            <a:endParaRPr lang="en-US" dirty="0"/>
          </a:p>
        </p:txBody>
      </p:sp>
      <p:grpSp>
        <p:nvGrpSpPr>
          <p:cNvPr id="1018" name="그룹 1018"/>
          <p:cNvGrpSpPr/>
          <p:nvPr/>
        </p:nvGrpSpPr>
        <p:grpSpPr>
          <a:xfrm>
            <a:off x="11372245" y="4446122"/>
            <a:ext cx="4910024" cy="14286"/>
            <a:chOff x="11372245" y="4446122"/>
            <a:chExt cx="4910024" cy="14286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10800000">
              <a:off x="11372245" y="4446122"/>
              <a:ext cx="4910024" cy="14286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11372245" y="4435611"/>
            <a:ext cx="7495382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관련된 내용을 입력해주세요. 도형의 크기를 자유롭게 변형시켜 용도에 맞춰 자유롭게 활용해보세요.</a:t>
            </a:r>
            <a:endParaRPr lang="en-US" dirty="0"/>
          </a:p>
        </p:txBody>
      </p:sp>
      <p:sp>
        <p:nvSpPr>
          <p:cNvPr id="73" name="Object 73"/>
          <p:cNvSpPr txBox="1"/>
          <p:nvPr/>
        </p:nvSpPr>
        <p:spPr>
          <a:xfrm>
            <a:off x="11372245" y="6793635"/>
            <a:ext cx="5473579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내용을 입력해주세요</a:t>
            </a:r>
            <a:endParaRPr lang="en-US" dirty="0"/>
          </a:p>
        </p:txBody>
      </p:sp>
      <p:grpSp>
        <p:nvGrpSpPr>
          <p:cNvPr id="1019" name="그룹 1019"/>
          <p:cNvGrpSpPr/>
          <p:nvPr/>
        </p:nvGrpSpPr>
        <p:grpSpPr>
          <a:xfrm>
            <a:off x="11372245" y="7382359"/>
            <a:ext cx="4910024" cy="14286"/>
            <a:chOff x="11372245" y="7382359"/>
            <a:chExt cx="4910024" cy="14286"/>
          </a:xfrm>
        </p:grpSpPr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10800000">
              <a:off x="11372245" y="7382359"/>
              <a:ext cx="4910024" cy="14286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11372245" y="7371848"/>
            <a:ext cx="7495382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관련된 내용을 입력해주세요. 도형의 크기를 자유롭게 변형시켜 용도에 맞춰 자유롭게 활용해보세요.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556944" y="5364286"/>
            <a:ext cx="1209921" cy="1195238"/>
            <a:chOff x="8556944" y="5364286"/>
            <a:chExt cx="1209921" cy="119523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6944" y="5364286"/>
              <a:ext cx="1209921" cy="119523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18" name="Object 18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개발 제안</a:t>
            </a:r>
            <a:endParaRPr lang="en-US" dirty="0"/>
          </a:p>
        </p:txBody>
      </p:sp>
      <p:sp>
        <p:nvSpPr>
          <p:cNvPr id="22" name="Object 22"/>
          <p:cNvSpPr txBox="1"/>
          <p:nvPr/>
        </p:nvSpPr>
        <p:spPr>
          <a:xfrm>
            <a:off x="7785924" y="1512995"/>
            <a:ext cx="4070800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Proposal</a:t>
            </a:r>
            <a:endParaRPr lang="en-US" dirty="0"/>
          </a:p>
        </p:txBody>
      </p:sp>
      <p:grpSp>
        <p:nvGrpSpPr>
          <p:cNvPr id="1007" name="그룹 1007"/>
          <p:cNvGrpSpPr/>
          <p:nvPr/>
        </p:nvGrpSpPr>
        <p:grpSpPr>
          <a:xfrm>
            <a:off x="8871424" y="5671434"/>
            <a:ext cx="580962" cy="580941"/>
            <a:chOff x="8871424" y="5671434"/>
            <a:chExt cx="580962" cy="580941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71424" y="5671434"/>
              <a:ext cx="580962" cy="58094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290476" y="3552381"/>
            <a:ext cx="6838095" cy="1506706"/>
            <a:chOff x="1290476" y="3552381"/>
            <a:chExt cx="6838095" cy="1506706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0476" y="3552381"/>
              <a:ext cx="6838095" cy="1506706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109072" y="395591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30" name="Object 30"/>
          <p:cNvSpPr txBox="1"/>
          <p:nvPr/>
        </p:nvSpPr>
        <p:spPr>
          <a:xfrm>
            <a:off x="1652376" y="3792817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09" name="그룹 1009"/>
          <p:cNvGrpSpPr/>
          <p:nvPr/>
        </p:nvGrpSpPr>
        <p:grpSpPr>
          <a:xfrm>
            <a:off x="2760491" y="4340476"/>
            <a:ext cx="914255" cy="14286"/>
            <a:chOff x="2760491" y="4340476"/>
            <a:chExt cx="914255" cy="14286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2760491" y="4340476"/>
              <a:ext cx="914255" cy="14286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780954" y="3885853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10" name="그룹 1010"/>
          <p:cNvGrpSpPr/>
          <p:nvPr/>
        </p:nvGrpSpPr>
        <p:grpSpPr>
          <a:xfrm>
            <a:off x="1290476" y="5303790"/>
            <a:ext cx="6838095" cy="1506706"/>
            <a:chOff x="1290476" y="5303790"/>
            <a:chExt cx="6838095" cy="150670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0476" y="5303790"/>
              <a:ext cx="6838095" cy="150670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109067" y="570732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39" name="Object 39"/>
          <p:cNvSpPr txBox="1"/>
          <p:nvPr/>
        </p:nvSpPr>
        <p:spPr>
          <a:xfrm>
            <a:off x="1652376" y="5544226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11" name="그룹 1011"/>
          <p:cNvGrpSpPr/>
          <p:nvPr/>
        </p:nvGrpSpPr>
        <p:grpSpPr>
          <a:xfrm>
            <a:off x="2760491" y="6091885"/>
            <a:ext cx="914255" cy="14286"/>
            <a:chOff x="2760491" y="6091885"/>
            <a:chExt cx="914255" cy="14286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2760491" y="6091885"/>
              <a:ext cx="914255" cy="14286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1780954" y="5637262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12" name="그룹 1012"/>
          <p:cNvGrpSpPr/>
          <p:nvPr/>
        </p:nvGrpSpPr>
        <p:grpSpPr>
          <a:xfrm>
            <a:off x="1290476" y="7055199"/>
            <a:ext cx="6838095" cy="1506706"/>
            <a:chOff x="1290476" y="7055199"/>
            <a:chExt cx="6838095" cy="1506706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0476" y="7055199"/>
              <a:ext cx="6838095" cy="1506706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109067" y="745873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05</a:t>
            </a:r>
            <a:endParaRPr lang="en-US" dirty="0"/>
          </a:p>
        </p:txBody>
      </p:sp>
      <p:sp>
        <p:nvSpPr>
          <p:cNvPr id="48" name="Object 48"/>
          <p:cNvSpPr txBox="1"/>
          <p:nvPr/>
        </p:nvSpPr>
        <p:spPr>
          <a:xfrm>
            <a:off x="1652376" y="7295635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13" name="그룹 1013"/>
          <p:cNvGrpSpPr/>
          <p:nvPr/>
        </p:nvGrpSpPr>
        <p:grpSpPr>
          <a:xfrm>
            <a:off x="2760491" y="7843294"/>
            <a:ext cx="914255" cy="14286"/>
            <a:chOff x="2760491" y="7843294"/>
            <a:chExt cx="914255" cy="14286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2760491" y="7843294"/>
              <a:ext cx="914255" cy="14286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1780954" y="7388671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14" name="그룹 1014"/>
          <p:cNvGrpSpPr/>
          <p:nvPr/>
        </p:nvGrpSpPr>
        <p:grpSpPr>
          <a:xfrm>
            <a:off x="8034973" y="4243596"/>
            <a:ext cx="761852" cy="1086057"/>
            <a:chOff x="8034973" y="4243596"/>
            <a:chExt cx="761852" cy="1086057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4973" y="4243596"/>
              <a:ext cx="761852" cy="1086057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8044497" y="6608893"/>
            <a:ext cx="752329" cy="1243769"/>
            <a:chOff x="8044497" y="6608893"/>
            <a:chExt cx="752329" cy="1243769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44497" y="6608893"/>
              <a:ext cx="752329" cy="1243769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0165088" y="3552381"/>
            <a:ext cx="6838095" cy="1506706"/>
            <a:chOff x="10165088" y="3552381"/>
            <a:chExt cx="6838095" cy="1506706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5088" y="3552381"/>
              <a:ext cx="6838095" cy="1506706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10066153" y="395591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63" name="Object 63"/>
          <p:cNvSpPr txBox="1"/>
          <p:nvPr/>
        </p:nvSpPr>
        <p:spPr>
          <a:xfrm>
            <a:off x="11088969" y="3792817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17" name="그룹 1017"/>
          <p:cNvGrpSpPr/>
          <p:nvPr/>
        </p:nvGrpSpPr>
        <p:grpSpPr>
          <a:xfrm>
            <a:off x="12197084" y="4340476"/>
            <a:ext cx="914255" cy="14286"/>
            <a:chOff x="12197084" y="4340476"/>
            <a:chExt cx="914255" cy="14286"/>
          </a:xfrm>
        </p:grpSpPr>
        <p:pic>
          <p:nvPicPr>
            <p:cNvPr id="65" name="Object 6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12197084" y="4340476"/>
              <a:ext cx="914255" cy="14286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11217547" y="3885853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18" name="그룹 1018"/>
          <p:cNvGrpSpPr/>
          <p:nvPr/>
        </p:nvGrpSpPr>
        <p:grpSpPr>
          <a:xfrm>
            <a:off x="10165088" y="5295238"/>
            <a:ext cx="6838095" cy="1506706"/>
            <a:chOff x="10165088" y="5295238"/>
            <a:chExt cx="6838095" cy="1506706"/>
          </a:xfrm>
        </p:grpSpPr>
        <p:pic>
          <p:nvPicPr>
            <p:cNvPr id="69" name="Object 6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5088" y="5295238"/>
              <a:ext cx="6838095" cy="1506706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10066153" y="5698774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04</a:t>
            </a:r>
            <a:endParaRPr lang="en-US" dirty="0"/>
          </a:p>
        </p:txBody>
      </p:sp>
      <p:sp>
        <p:nvSpPr>
          <p:cNvPr id="72" name="Object 72"/>
          <p:cNvSpPr txBox="1"/>
          <p:nvPr/>
        </p:nvSpPr>
        <p:spPr>
          <a:xfrm>
            <a:off x="11088969" y="5535674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19" name="그룹 1019"/>
          <p:cNvGrpSpPr/>
          <p:nvPr/>
        </p:nvGrpSpPr>
        <p:grpSpPr>
          <a:xfrm>
            <a:off x="12197084" y="6083333"/>
            <a:ext cx="914255" cy="14286"/>
            <a:chOff x="12197084" y="6083333"/>
            <a:chExt cx="914255" cy="14286"/>
          </a:xfrm>
        </p:grpSpPr>
        <p:pic>
          <p:nvPicPr>
            <p:cNvPr id="74" name="Object 7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12197084" y="6083333"/>
              <a:ext cx="914255" cy="14286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11217547" y="5628710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20" name="그룹 1020"/>
          <p:cNvGrpSpPr/>
          <p:nvPr/>
        </p:nvGrpSpPr>
        <p:grpSpPr>
          <a:xfrm>
            <a:off x="10165088" y="7048591"/>
            <a:ext cx="6838095" cy="1506706"/>
            <a:chOff x="10165088" y="7048591"/>
            <a:chExt cx="6838095" cy="1506706"/>
          </a:xfrm>
        </p:grpSpPr>
        <p:pic>
          <p:nvPicPr>
            <p:cNvPr id="78" name="Object 7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5088" y="7048591"/>
              <a:ext cx="6838095" cy="1506706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10066153" y="745212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06</a:t>
            </a:r>
            <a:endParaRPr lang="en-US" dirty="0"/>
          </a:p>
        </p:txBody>
      </p:sp>
      <p:sp>
        <p:nvSpPr>
          <p:cNvPr id="81" name="Object 81"/>
          <p:cNvSpPr txBox="1"/>
          <p:nvPr/>
        </p:nvSpPr>
        <p:spPr>
          <a:xfrm>
            <a:off x="11088969" y="7289026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21" name="그룹 1021"/>
          <p:cNvGrpSpPr/>
          <p:nvPr/>
        </p:nvGrpSpPr>
        <p:grpSpPr>
          <a:xfrm>
            <a:off x="12197084" y="7836686"/>
            <a:ext cx="914255" cy="14286"/>
            <a:chOff x="12197084" y="7836686"/>
            <a:chExt cx="914255" cy="14286"/>
          </a:xfrm>
        </p:grpSpPr>
        <p:pic>
          <p:nvPicPr>
            <p:cNvPr id="83" name="Object 82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12197084" y="7836686"/>
              <a:ext cx="914255" cy="14286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11217547" y="7382063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22" name="그룹 1022"/>
          <p:cNvGrpSpPr/>
          <p:nvPr/>
        </p:nvGrpSpPr>
        <p:grpSpPr>
          <a:xfrm>
            <a:off x="9490481" y="4243596"/>
            <a:ext cx="776090" cy="1086057"/>
            <a:chOff x="9490481" y="4243596"/>
            <a:chExt cx="776090" cy="1086057"/>
          </a:xfrm>
        </p:grpSpPr>
        <p:pic>
          <p:nvPicPr>
            <p:cNvPr id="87" name="Object 86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90481" y="4243596"/>
              <a:ext cx="776090" cy="1086057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8028571" y="5914286"/>
            <a:ext cx="492063" cy="176040"/>
            <a:chOff x="8028571" y="5914286"/>
            <a:chExt cx="492063" cy="176040"/>
          </a:xfrm>
        </p:grpSpPr>
        <p:pic>
          <p:nvPicPr>
            <p:cNvPr id="90" name="Object 8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10800000">
              <a:off x="8028571" y="5914286"/>
              <a:ext cx="492063" cy="176040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9766865" y="5914286"/>
            <a:ext cx="490278" cy="176040"/>
            <a:chOff x="9766865" y="5914286"/>
            <a:chExt cx="490278" cy="176040"/>
          </a:xfrm>
        </p:grpSpPr>
        <p:pic>
          <p:nvPicPr>
            <p:cNvPr id="93" name="Object 9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-10800000">
              <a:off x="9766865" y="5914286"/>
              <a:ext cx="490278" cy="176040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9490481" y="6608893"/>
            <a:ext cx="776090" cy="1243769"/>
            <a:chOff x="9490481" y="6608893"/>
            <a:chExt cx="776090" cy="1243769"/>
          </a:xfrm>
        </p:grpSpPr>
        <p:pic>
          <p:nvPicPr>
            <p:cNvPr id="96" name="Object 95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90481" y="6608893"/>
              <a:ext cx="776090" cy="12437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974610" y="7660714"/>
            <a:ext cx="3580952" cy="731349"/>
            <a:chOff x="12974610" y="7660714"/>
            <a:chExt cx="3580952" cy="731349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12974610" y="7660714"/>
              <a:ext cx="3580952" cy="731349"/>
              <a:chOff x="12974610" y="7660714"/>
              <a:chExt cx="3580952" cy="731349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2974610" y="7660714"/>
                <a:ext cx="3580952" cy="731349"/>
              </a:xfrm>
              <a:prstGeom prst="rect">
                <a:avLst/>
              </a:prstGeom>
            </p:spPr>
          </p:pic>
        </p:grpSp>
        <p:sp>
          <p:nvSpPr>
            <p:cNvPr id="6" name="Object 6"/>
            <p:cNvSpPr txBox="1"/>
            <p:nvPr/>
          </p:nvSpPr>
          <p:spPr>
            <a:xfrm>
              <a:off x="12602359" y="7780214"/>
              <a:ext cx="4363548" cy="5153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Pretendard Light" pitchFamily="34" charset="0"/>
                  <a:cs typeface="Pretendard Light" pitchFamily="34" charset="0"/>
                </a:rPr>
                <a:t>Miricompany Proposal</a:t>
              </a:r>
              <a:endParaRPr lang="en-US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665076" y="2484410"/>
            <a:ext cx="4890486" cy="6642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4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20XX Miricompany</a:t>
            </a:r>
            <a:endParaRPr lang="en-US" dirty="0"/>
          </a:p>
        </p:txBody>
      </p:sp>
      <p:sp>
        <p:nvSpPr>
          <p:cNvPr id="9" name="Object 9"/>
          <p:cNvSpPr txBox="1"/>
          <p:nvPr/>
        </p:nvSpPr>
        <p:spPr>
          <a:xfrm>
            <a:off x="9450788" y="2952235"/>
            <a:ext cx="7104774" cy="8001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30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정보 시스템 개발 제안서</a:t>
            </a:r>
            <a:endParaRPr lang="en-US" dirty="0"/>
          </a:p>
        </p:txBody>
      </p:sp>
      <p:sp>
        <p:nvSpPr>
          <p:cNvPr id="10" name="Object 10"/>
          <p:cNvSpPr txBox="1"/>
          <p:nvPr/>
        </p:nvSpPr>
        <p:spPr>
          <a:xfrm>
            <a:off x="6025513" y="3176250"/>
            <a:ext cx="10523460" cy="265677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Contact us</a:t>
            </a:r>
            <a:endParaRPr lang="en-US" dirty="0"/>
          </a:p>
        </p:txBody>
      </p:sp>
      <p:sp>
        <p:nvSpPr>
          <p:cNvPr id="11" name="Object 11"/>
          <p:cNvSpPr txBox="1"/>
          <p:nvPr/>
        </p:nvSpPr>
        <p:spPr>
          <a:xfrm>
            <a:off x="8768016" y="5456244"/>
            <a:ext cx="7781659" cy="4611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미리컴퍼니 정보 시스템 개발부 ㅣ 선임 연구원 김미리</a:t>
            </a:r>
            <a:endParaRPr lang="en-US" dirty="0"/>
          </a:p>
        </p:txBody>
      </p:sp>
      <p:sp>
        <p:nvSpPr>
          <p:cNvPr id="12" name="Object 12"/>
          <p:cNvSpPr txBox="1"/>
          <p:nvPr/>
        </p:nvSpPr>
        <p:spPr>
          <a:xfrm>
            <a:off x="9922219" y="5820824"/>
            <a:ext cx="6633343" cy="4611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미리특별시 미리구 미리로 11길 미리빌딩 8층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1474032" y="6085714"/>
            <a:ext cx="1201587" cy="1201587"/>
            <a:chOff x="1474032" y="6085714"/>
            <a:chExt cx="1201587" cy="1201587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4032" y="6085714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50222" y="2713492"/>
            <a:ext cx="1201587" cy="1201587"/>
            <a:chOff x="4950222" y="2713492"/>
            <a:chExt cx="1201587" cy="1201587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0222" y="271349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856042" y="2713492"/>
            <a:ext cx="1201587" cy="1201587"/>
            <a:chOff x="6856042" y="2713492"/>
            <a:chExt cx="1201587" cy="1201587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6042" y="271349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856042" y="4406878"/>
            <a:ext cx="1201587" cy="1201587"/>
            <a:chOff x="6856042" y="4406878"/>
            <a:chExt cx="1201587" cy="1201587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6042" y="4406878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950222" y="5850794"/>
            <a:ext cx="1201587" cy="1201587"/>
            <a:chOff x="4950222" y="5850794"/>
            <a:chExt cx="1201587" cy="1201587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0222" y="5850794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3248106" y="7287302"/>
            <a:ext cx="1201587" cy="1201587"/>
            <a:chOff x="3248106" y="7287302"/>
            <a:chExt cx="1201587" cy="1201587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8106" y="728730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3200487" y="4562434"/>
            <a:ext cx="1328571" cy="400794"/>
            <a:chOff x="3200487" y="4562434"/>
            <a:chExt cx="1328571" cy="400794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487" y="4562434"/>
              <a:ext cx="1328571" cy="400794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6805249" y="6295635"/>
            <a:ext cx="1328571" cy="400794"/>
            <a:chOff x="6805249" y="6295635"/>
            <a:chExt cx="1328571" cy="400794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05249" y="6295635"/>
              <a:ext cx="1328571" cy="400794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6099428" y="3269048"/>
            <a:ext cx="766138" cy="107021"/>
            <a:chOff x="6099428" y="3269048"/>
            <a:chExt cx="766138" cy="107021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9428" y="3269048"/>
              <a:ext cx="766138" cy="107021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7184542" y="4139876"/>
            <a:ext cx="556085" cy="107021"/>
            <a:chOff x="7184542" y="4139876"/>
            <a:chExt cx="556085" cy="107021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5400000">
              <a:off x="7184542" y="4139876"/>
              <a:ext cx="556085" cy="107021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6838984" y="7217984"/>
            <a:ext cx="1266534" cy="107021"/>
            <a:chOff x="6838984" y="7217984"/>
            <a:chExt cx="1266534" cy="107021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5400000">
              <a:off x="6838984" y="7217984"/>
              <a:ext cx="1266534" cy="107021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3818659" y="3313688"/>
            <a:ext cx="1131563" cy="1286312"/>
            <a:chOff x="3818659" y="3313688"/>
            <a:chExt cx="1131563" cy="1286312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8659" y="3313688"/>
              <a:ext cx="1131563" cy="1286312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3818659" y="4919688"/>
            <a:ext cx="1131563" cy="1531899"/>
            <a:chOff x="3818659" y="4919688"/>
            <a:chExt cx="1131563" cy="1531899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8659" y="4919688"/>
              <a:ext cx="1131563" cy="1531899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5094992" y="7405881"/>
            <a:ext cx="900265" cy="107021"/>
            <a:chOff x="5094992" y="7405881"/>
            <a:chExt cx="900265" cy="107021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5400000">
              <a:off x="5094992" y="7405881"/>
              <a:ext cx="900265" cy="107021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4384441" y="7847741"/>
            <a:ext cx="3072395" cy="107021"/>
            <a:chOff x="4384441" y="7847741"/>
            <a:chExt cx="3072395" cy="107021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4441" y="7847741"/>
              <a:ext cx="3072395" cy="107021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825450" y="7417629"/>
            <a:ext cx="529582" cy="107021"/>
            <a:chOff x="1825450" y="7417629"/>
            <a:chExt cx="529582" cy="107021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5400000">
              <a:off x="1825450" y="7417629"/>
              <a:ext cx="529582" cy="107021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397841" y="7687698"/>
            <a:ext cx="1328571" cy="400794"/>
            <a:chOff x="1397841" y="7687698"/>
            <a:chExt cx="1328571" cy="400794"/>
          </a:xfrm>
        </p:grpSpPr>
        <p:pic>
          <p:nvPicPr>
            <p:cNvPr id="62" name="Object 6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7841" y="7687698"/>
              <a:ext cx="1328571" cy="400794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2718891" y="7888095"/>
            <a:ext cx="537378" cy="14286"/>
            <a:chOff x="2718891" y="7888095"/>
            <a:chExt cx="537378" cy="14286"/>
          </a:xfrm>
        </p:grpSpPr>
        <p:pic>
          <p:nvPicPr>
            <p:cNvPr id="65" name="Object 6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18891" y="7888095"/>
              <a:ext cx="537378" cy="14286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5276382" y="3002161"/>
            <a:ext cx="549267" cy="549143"/>
            <a:chOff x="5276382" y="3002161"/>
            <a:chExt cx="549267" cy="549143"/>
          </a:xfrm>
        </p:grpSpPr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76382" y="3002161"/>
              <a:ext cx="549267" cy="549143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7198630" y="3028061"/>
            <a:ext cx="516411" cy="516392"/>
            <a:chOff x="7198630" y="3028061"/>
            <a:chExt cx="516411" cy="516392"/>
          </a:xfrm>
        </p:grpSpPr>
        <p:pic>
          <p:nvPicPr>
            <p:cNvPr id="71" name="Object 7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98630" y="3028061"/>
              <a:ext cx="516411" cy="516392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7191237" y="4738879"/>
            <a:ext cx="537546" cy="537586"/>
            <a:chOff x="7191237" y="4738879"/>
            <a:chExt cx="537546" cy="537586"/>
          </a:xfrm>
        </p:grpSpPr>
        <p:pic>
          <p:nvPicPr>
            <p:cNvPr id="74" name="Object 73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91237" y="4738879"/>
              <a:ext cx="537546" cy="537586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5273815" y="6167127"/>
            <a:ext cx="568931" cy="568920"/>
            <a:chOff x="5273815" y="6167127"/>
            <a:chExt cx="568931" cy="568920"/>
          </a:xfrm>
        </p:grpSpPr>
        <p:pic>
          <p:nvPicPr>
            <p:cNvPr id="77" name="Object 76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73815" y="6167127"/>
              <a:ext cx="568931" cy="568920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3576449" y="7616083"/>
            <a:ext cx="563947" cy="524977"/>
            <a:chOff x="3576449" y="7616083"/>
            <a:chExt cx="563947" cy="524977"/>
          </a:xfrm>
        </p:grpSpPr>
        <p:pic>
          <p:nvPicPr>
            <p:cNvPr id="80" name="Object 79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76449" y="7616083"/>
              <a:ext cx="563947" cy="524977"/>
            </a:xfrm>
            <a:prstGeom prst="rect">
              <a:avLst/>
            </a:prstGeom>
          </p:spPr>
        </p:pic>
      </p:grpSp>
      <p:grpSp>
        <p:nvGrpSpPr>
          <p:cNvPr id="1026" name="그룹 1026"/>
          <p:cNvGrpSpPr/>
          <p:nvPr/>
        </p:nvGrpSpPr>
        <p:grpSpPr>
          <a:xfrm>
            <a:off x="1778793" y="6328224"/>
            <a:ext cx="602824" cy="678472"/>
            <a:chOff x="1778793" y="6328224"/>
            <a:chExt cx="602824" cy="678472"/>
          </a:xfrm>
        </p:grpSpPr>
        <p:pic>
          <p:nvPicPr>
            <p:cNvPr id="83" name="Object 82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78793" y="6328224"/>
              <a:ext cx="602824" cy="678472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3138606" y="4592472"/>
            <a:ext cx="1439635" cy="3344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SYSTEM</a:t>
            </a:r>
            <a:endParaRPr lang="en-US" dirty="0"/>
          </a:p>
        </p:txBody>
      </p:sp>
      <p:sp>
        <p:nvSpPr>
          <p:cNvPr id="86" name="Object 86"/>
          <p:cNvSpPr txBox="1"/>
          <p:nvPr/>
        </p:nvSpPr>
        <p:spPr>
          <a:xfrm>
            <a:off x="6399592" y="6334264"/>
            <a:ext cx="2152584" cy="3108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DEVELOPMENT</a:t>
            </a:r>
            <a:endParaRPr lang="en-US" dirty="0"/>
          </a:p>
        </p:txBody>
      </p:sp>
      <p:sp>
        <p:nvSpPr>
          <p:cNvPr id="87" name="Object 87"/>
          <p:cNvSpPr txBox="1"/>
          <p:nvPr/>
        </p:nvSpPr>
        <p:spPr>
          <a:xfrm>
            <a:off x="1222569" y="7702204"/>
            <a:ext cx="1704512" cy="3504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PROPOSAL</a:t>
            </a:r>
            <a:endParaRPr lang="en-US" dirty="0"/>
          </a:p>
        </p:txBody>
      </p:sp>
      <p:grpSp>
        <p:nvGrpSpPr>
          <p:cNvPr id="1027" name="그룹 1027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89" name="Object 88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92" name="Object 91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29" name="그룹 1029"/>
          <p:cNvGrpSpPr/>
          <p:nvPr/>
        </p:nvGrpSpPr>
        <p:grpSpPr>
          <a:xfrm>
            <a:off x="14814831" y="876938"/>
            <a:ext cx="1518502" cy="198263"/>
            <a:chOff x="14814831" y="876938"/>
            <a:chExt cx="1518502" cy="198263"/>
          </a:xfrm>
        </p:grpSpPr>
        <p:grpSp>
          <p:nvGrpSpPr>
            <p:cNvPr id="1030" name="그룹 1030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96" name="Object 95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98" name="Object 98"/>
            <p:cNvSpPr txBox="1"/>
            <p:nvPr/>
          </p:nvSpPr>
          <p:spPr>
            <a:xfrm>
              <a:off x="14789794" y="827372"/>
              <a:ext cx="1852248" cy="2973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Pretendard Medium" pitchFamily="34" charset="0"/>
                  <a:cs typeface="Pretendard Medium" pitchFamily="34" charset="0"/>
                </a:rPr>
                <a:t>MIRICOMPANY</a:t>
              </a:r>
              <a:endParaRPr 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1611</Words>
  <Application>Microsoft Office PowerPoint</Application>
  <PresentationFormat>사용자 지정</PresentationFormat>
  <Paragraphs>392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Pretendard</vt:lpstr>
      <vt:lpstr>Pretendard Light</vt:lpstr>
      <vt:lpstr>Pretendard Medium</vt:lpstr>
      <vt:lpstr>휴먼편지체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rosemaridy@naver.com</cp:lastModifiedBy>
  <cp:revision>3</cp:revision>
  <dcterms:created xsi:type="dcterms:W3CDTF">2024-03-25T18:17:12Z</dcterms:created>
  <dcterms:modified xsi:type="dcterms:W3CDTF">2024-03-26T14:09:20Z</dcterms:modified>
</cp:coreProperties>
</file>